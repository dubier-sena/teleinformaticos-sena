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15" r:id="rId5"/>
  </p:sldMasterIdLst>
  <p:notesMasterIdLst>
    <p:notesMasterId r:id="rId36"/>
  </p:notesMasterIdLst>
  <p:handoutMasterIdLst>
    <p:handoutMasterId r:id="rId37"/>
  </p:handoutMasterIdLst>
  <p:sldIdLst>
    <p:sldId id="385" r:id="rId6"/>
    <p:sldId id="440" r:id="rId7"/>
    <p:sldId id="441" r:id="rId8"/>
    <p:sldId id="442" r:id="rId9"/>
    <p:sldId id="447" r:id="rId10"/>
    <p:sldId id="448" r:id="rId11"/>
    <p:sldId id="365" r:id="rId12"/>
    <p:sldId id="378" r:id="rId13"/>
    <p:sldId id="446" r:id="rId14"/>
    <p:sldId id="319" r:id="rId15"/>
    <p:sldId id="386" r:id="rId16"/>
    <p:sldId id="409" r:id="rId17"/>
    <p:sldId id="422" r:id="rId18"/>
    <p:sldId id="449" r:id="rId19"/>
    <p:sldId id="412" r:id="rId20"/>
    <p:sldId id="427" r:id="rId21"/>
    <p:sldId id="423" r:id="rId22"/>
    <p:sldId id="380" r:id="rId23"/>
    <p:sldId id="437" r:id="rId24"/>
    <p:sldId id="361" r:id="rId25"/>
    <p:sldId id="324" r:id="rId26"/>
    <p:sldId id="428" r:id="rId27"/>
    <p:sldId id="450" r:id="rId28"/>
    <p:sldId id="435" r:id="rId29"/>
    <p:sldId id="424" r:id="rId30"/>
    <p:sldId id="425" r:id="rId31"/>
    <p:sldId id="426" r:id="rId32"/>
    <p:sldId id="439" r:id="rId33"/>
    <p:sldId id="404" r:id="rId34"/>
    <p:sldId id="351" r:id="rId35"/>
  </p:sldIdLst>
  <p:sldSz cx="9144000" cy="6858000" type="screen4x3"/>
  <p:notesSz cx="6858000" cy="9144000"/>
  <p:defaultTextStyle>
    <a:defPPr>
      <a:defRPr lang="es-C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A9FF"/>
    <a:srgbClr val="E860FF"/>
    <a:srgbClr val="FF6699"/>
    <a:srgbClr val="FFFF99"/>
    <a:srgbClr val="FAFA86"/>
    <a:srgbClr val="86D68A"/>
    <a:srgbClr val="F78B15"/>
    <a:srgbClr val="F7F462"/>
    <a:srgbClr val="13BF23"/>
    <a:srgbClr val="0F73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18" autoAdjust="0"/>
    <p:restoredTop sz="80419" autoAdjust="0"/>
  </p:normalViewPr>
  <p:slideViewPr>
    <p:cSldViewPr>
      <p:cViewPr varScale="1">
        <p:scale>
          <a:sx n="74" d="100"/>
          <a:sy n="74" d="100"/>
        </p:scale>
        <p:origin x="4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Emerson Pinchao Solis" userId="S::pepinchao@sena.edu.co::3b452c15-6e6e-45fa-98ee-aadedbcee445" providerId="AD" clId="Web-{E0D872E0-D96C-46E0-9407-C9D562A0A1E2}"/>
    <pc:docChg chg="mod">
      <pc:chgData name="Peter Emerson Pinchao Solis" userId="S::pepinchao@sena.edu.co::3b452c15-6e6e-45fa-98ee-aadedbcee445" providerId="AD" clId="Web-{E0D872E0-D96C-46E0-9407-C9D562A0A1E2}" dt="2022-12-07T13:25:45.244" v="0" actId="33475"/>
      <pc:docMkLst>
        <pc:docMk/>
      </pc:docMkLst>
    </pc:docChg>
  </pc:docChgLst>
</pc:chgInfo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D713C2-B6C8-40C7-9AF8-B0DEFA8FB3D8}" type="doc">
      <dgm:prSet loTypeId="urn:microsoft.com/office/officeart/2005/8/layout/process4" loCatId="list" qsTypeId="urn:microsoft.com/office/officeart/2005/8/quickstyle/3d9" qsCatId="3D" csTypeId="urn:microsoft.com/office/officeart/2005/8/colors/accent6_5" csCatId="accent6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  <a:backdrop>
            <a:anchor x="0" y="0" z="-210000"/>
            <a:norm dx="0" dy="0" dz="914400"/>
            <a:up dx="0" dy="914400" dz="0"/>
          </a:backdrop>
        </a:scene3d>
      </dgm:spPr>
      <dgm:t>
        <a:bodyPr/>
        <a:lstStyle/>
        <a:p>
          <a:endParaRPr lang="es-CO"/>
        </a:p>
      </dgm:t>
    </dgm:pt>
    <dgm:pt modelId="{90DCE819-4E57-402E-B55B-34A4FCCD425E}">
      <dgm:prSet phldrT="[Texto]" custT="1"/>
      <dgm:spPr/>
      <dgm:t>
        <a:bodyPr/>
        <a:lstStyle/>
        <a:p>
          <a:r>
            <a:rPr lang="es-CO" sz="2200" kern="1200" dirty="0">
              <a:solidFill>
                <a:schemeClr val="tx1"/>
              </a:solidFill>
              <a:latin typeface="Myriad Pro"/>
              <a:ea typeface="+mn-ea"/>
              <a:cs typeface="Myriad Pro"/>
            </a:rPr>
            <a:t>D.R. 2952 de 2010</a:t>
          </a:r>
        </a:p>
      </dgm:t>
    </dgm:pt>
    <dgm:pt modelId="{45F71BE1-5AE9-4AAE-9E6C-433961399742}" type="sibTrans" cxnId="{0134BF9B-B36A-44E6-A93A-E6061D13D6A0}">
      <dgm:prSet/>
      <dgm:spPr/>
      <dgm:t>
        <a:bodyPr/>
        <a:lstStyle/>
        <a:p>
          <a:endParaRPr lang="es-CO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B56744A-F947-43BE-8A6D-BD97182CC262}" type="parTrans" cxnId="{0134BF9B-B36A-44E6-A93A-E6061D13D6A0}">
      <dgm:prSet/>
      <dgm:spPr/>
      <dgm:t>
        <a:bodyPr/>
        <a:lstStyle/>
        <a:p>
          <a:endParaRPr lang="es-CO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1DADCB34-C4DD-468D-BDDA-68C99C45D1AA}">
      <dgm:prSet phldrT="[Texto]" custT="1"/>
      <dgm:spPr/>
      <dgm:t>
        <a:bodyPr/>
        <a:lstStyle/>
        <a:p>
          <a:r>
            <a:rPr lang="es-CO" sz="2200" kern="1200" dirty="0">
              <a:solidFill>
                <a:schemeClr val="tx1"/>
              </a:solidFill>
              <a:latin typeface="Myriad Pro"/>
              <a:ea typeface="+mn-ea"/>
              <a:cs typeface="Myriad Pro"/>
            </a:rPr>
            <a:t>D.R. 1727 de 2009</a:t>
          </a:r>
        </a:p>
      </dgm:t>
    </dgm:pt>
    <dgm:pt modelId="{E2FD0EBF-DFE9-4FDE-96B9-7CC32A21BF22}" type="sibTrans" cxnId="{BAA32080-73DA-4AE9-9B21-E7122F2C87CC}">
      <dgm:prSet/>
      <dgm:spPr/>
      <dgm:t>
        <a:bodyPr/>
        <a:lstStyle/>
        <a:p>
          <a:endParaRPr lang="es-CO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92597E4-E849-4106-897F-2E486B2E8262}" type="parTrans" cxnId="{BAA32080-73DA-4AE9-9B21-E7122F2C87CC}">
      <dgm:prSet/>
      <dgm:spPr/>
      <dgm:t>
        <a:bodyPr/>
        <a:lstStyle/>
        <a:p>
          <a:endParaRPr lang="es-CO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FADDC6C-C53D-408E-9FA5-90A60482C100}">
      <dgm:prSet phldrT="[Texto]" custT="1"/>
      <dgm:spPr/>
      <dgm:t>
        <a:bodyPr/>
        <a:lstStyle/>
        <a:p>
          <a:r>
            <a:rPr lang="es-CO" sz="2200" kern="1200" dirty="0">
              <a:solidFill>
                <a:schemeClr val="bg1"/>
              </a:solidFill>
              <a:latin typeface="Myriad Pro"/>
              <a:ea typeface="+mn-ea"/>
              <a:cs typeface="Myriad Pro"/>
            </a:rPr>
            <a:t>Ley 1581 de 2012 Régimen General de Protección de Datos Personales</a:t>
          </a:r>
        </a:p>
      </dgm:t>
    </dgm:pt>
    <dgm:pt modelId="{0FB9D11E-DF0F-410F-88F3-7EFA94C5565C}" type="sibTrans" cxnId="{ADAE1C39-C738-43B7-A4A6-B0A9D25752A6}">
      <dgm:prSet/>
      <dgm:spPr/>
      <dgm:t>
        <a:bodyPr/>
        <a:lstStyle/>
        <a:p>
          <a:endParaRPr lang="es-CO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14711E8-54B7-4B38-A53A-798CCF88AF2E}" type="parTrans" cxnId="{ADAE1C39-C738-43B7-A4A6-B0A9D25752A6}">
      <dgm:prSet/>
      <dgm:spPr/>
      <dgm:t>
        <a:bodyPr/>
        <a:lstStyle/>
        <a:p>
          <a:endParaRPr lang="es-CO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A4ADCADD-E727-4605-A8E3-9149C5B2CDC5}">
      <dgm:prSet phldrT="[Texto]" custT="1"/>
      <dgm:spPr/>
      <dgm:t>
        <a:bodyPr/>
        <a:lstStyle/>
        <a:p>
          <a:r>
            <a:rPr lang="es-CO" sz="2200" kern="1200" dirty="0">
              <a:solidFill>
                <a:schemeClr val="bg1"/>
              </a:solidFill>
              <a:latin typeface="Myriad Pro"/>
              <a:ea typeface="+mn-ea"/>
              <a:cs typeface="Myriad Pro"/>
            </a:rPr>
            <a:t>Ley 1266 de 2008 Ley de Hábeas Data Financiero</a:t>
          </a:r>
        </a:p>
      </dgm:t>
    </dgm:pt>
    <dgm:pt modelId="{20477B53-5B94-4DA6-B009-1778B69799B0}" type="sibTrans" cxnId="{59601CD1-373C-4080-8D89-B32081E15108}">
      <dgm:prSet/>
      <dgm:spPr/>
      <dgm:t>
        <a:bodyPr/>
        <a:lstStyle/>
        <a:p>
          <a:endParaRPr lang="es-CO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10D51C2B-0659-4E7A-A453-825A1E720264}" type="parTrans" cxnId="{59601CD1-373C-4080-8D89-B32081E15108}">
      <dgm:prSet/>
      <dgm:spPr/>
      <dgm:t>
        <a:bodyPr/>
        <a:lstStyle/>
        <a:p>
          <a:endParaRPr lang="es-CO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EB8A0AD-7810-450A-B8B3-A389E4A8A0CD}">
      <dgm:prSet phldrT="[Texto]" custT="1"/>
      <dgm:spPr/>
      <dgm:t>
        <a:bodyPr/>
        <a:lstStyle/>
        <a:p>
          <a:r>
            <a:rPr lang="es-CO" sz="2000" kern="1200" dirty="0">
              <a:solidFill>
                <a:schemeClr val="tx1"/>
              </a:solidFill>
              <a:latin typeface="Myriad Pro"/>
              <a:ea typeface="+mn-ea"/>
              <a:cs typeface="Myriad Pro"/>
            </a:rPr>
            <a:t>D.R. 1377 de 2013 Reglamenta parcialmente Ley 1581</a:t>
          </a:r>
        </a:p>
      </dgm:t>
    </dgm:pt>
    <dgm:pt modelId="{16AB2A6E-1D61-490F-9BF3-677BA42C7974}" type="sibTrans" cxnId="{D779B1D7-D9EA-41AC-BE8E-5E9B4C3169FA}">
      <dgm:prSet/>
      <dgm:spPr/>
      <dgm:t>
        <a:bodyPr/>
        <a:lstStyle/>
        <a:p>
          <a:endParaRPr lang="es-CO"/>
        </a:p>
      </dgm:t>
    </dgm:pt>
    <dgm:pt modelId="{918B15E4-EDFB-4856-83FD-F6ED16A6D3C1}" type="parTrans" cxnId="{D779B1D7-D9EA-41AC-BE8E-5E9B4C3169FA}">
      <dgm:prSet/>
      <dgm:spPr/>
      <dgm:t>
        <a:bodyPr/>
        <a:lstStyle/>
        <a:p>
          <a:endParaRPr lang="es-CO"/>
        </a:p>
      </dgm:t>
    </dgm:pt>
    <dgm:pt modelId="{6CBBA5E6-5E7F-4B1B-9FC6-37DBAD06562A}">
      <dgm:prSet phldrT="[Texto]" custT="1"/>
      <dgm:spPr/>
      <dgm:t>
        <a:bodyPr/>
        <a:lstStyle/>
        <a:p>
          <a:r>
            <a:rPr lang="es-CO" sz="2000" kern="1200" dirty="0">
              <a:solidFill>
                <a:schemeClr val="tx1"/>
              </a:solidFill>
              <a:latin typeface="Myriad Pro"/>
              <a:ea typeface="+mn-ea"/>
              <a:cs typeface="Myriad Pro"/>
            </a:rPr>
            <a:t>D.R 886 de 2014 Reglamenta Registro Nacional Bases de Datos</a:t>
          </a:r>
        </a:p>
      </dgm:t>
    </dgm:pt>
    <dgm:pt modelId="{567B44CB-DC1B-42BF-9CC1-547C4113B48B}" type="parTrans" cxnId="{6CEC779D-2CBE-4AD6-8990-65E3CAA00BEF}">
      <dgm:prSet/>
      <dgm:spPr/>
      <dgm:t>
        <a:bodyPr/>
        <a:lstStyle/>
        <a:p>
          <a:endParaRPr lang="es-CO"/>
        </a:p>
      </dgm:t>
    </dgm:pt>
    <dgm:pt modelId="{21F0D4F3-B13E-4409-9590-905B338F0E8B}" type="sibTrans" cxnId="{6CEC779D-2CBE-4AD6-8990-65E3CAA00BEF}">
      <dgm:prSet/>
      <dgm:spPr/>
      <dgm:t>
        <a:bodyPr/>
        <a:lstStyle/>
        <a:p>
          <a:endParaRPr lang="es-CO"/>
        </a:p>
      </dgm:t>
    </dgm:pt>
    <dgm:pt modelId="{D239E8D3-4F24-4336-BE02-E23A49ACEE17}" type="pres">
      <dgm:prSet presAssocID="{6FD713C2-B6C8-40C7-9AF8-B0DEFA8FB3D8}" presName="Name0" presStyleCnt="0">
        <dgm:presLayoutVars>
          <dgm:dir/>
          <dgm:animLvl val="lvl"/>
          <dgm:resizeHandles val="exact"/>
        </dgm:presLayoutVars>
      </dgm:prSet>
      <dgm:spPr/>
    </dgm:pt>
    <dgm:pt modelId="{4B80827C-9F3D-4DB0-84F7-1FF27EA3D269}" type="pres">
      <dgm:prSet presAssocID="{2FADDC6C-C53D-408E-9FA5-90A60482C100}" presName="boxAndChildren" presStyleCnt="0"/>
      <dgm:spPr/>
    </dgm:pt>
    <dgm:pt modelId="{FAD5C23E-E1CB-4979-9585-D3AC0778B0EB}" type="pres">
      <dgm:prSet presAssocID="{2FADDC6C-C53D-408E-9FA5-90A60482C100}" presName="parentTextBox" presStyleLbl="node1" presStyleIdx="0" presStyleCnt="2"/>
      <dgm:spPr/>
    </dgm:pt>
    <dgm:pt modelId="{C4E6C8EE-4F59-4E5D-B20D-949D77261648}" type="pres">
      <dgm:prSet presAssocID="{2FADDC6C-C53D-408E-9FA5-90A60482C100}" presName="entireBox" presStyleLbl="node1" presStyleIdx="0" presStyleCnt="2" custLinFactNeighborX="1181" custLinFactNeighborY="759"/>
      <dgm:spPr/>
    </dgm:pt>
    <dgm:pt modelId="{706A1FC8-CE0D-4915-AB2D-1BFB4743C39E}" type="pres">
      <dgm:prSet presAssocID="{2FADDC6C-C53D-408E-9FA5-90A60482C100}" presName="descendantBox" presStyleCnt="0"/>
      <dgm:spPr/>
    </dgm:pt>
    <dgm:pt modelId="{9295F396-42D5-4973-8573-35F05311A513}" type="pres">
      <dgm:prSet presAssocID="{5EB8A0AD-7810-450A-B8B3-A389E4A8A0CD}" presName="childTextBox" presStyleLbl="fgAccFollowNode1" presStyleIdx="0" presStyleCnt="4">
        <dgm:presLayoutVars>
          <dgm:bulletEnabled val="1"/>
        </dgm:presLayoutVars>
      </dgm:prSet>
      <dgm:spPr/>
    </dgm:pt>
    <dgm:pt modelId="{CA679383-DC5C-4B12-A650-D77AFCC9F546}" type="pres">
      <dgm:prSet presAssocID="{6CBBA5E6-5E7F-4B1B-9FC6-37DBAD06562A}" presName="childTextBox" presStyleLbl="fgAccFollowNode1" presStyleIdx="1" presStyleCnt="4">
        <dgm:presLayoutVars>
          <dgm:bulletEnabled val="1"/>
        </dgm:presLayoutVars>
      </dgm:prSet>
      <dgm:spPr/>
    </dgm:pt>
    <dgm:pt modelId="{00F12893-D1A3-428A-8B6E-B084882566CE}" type="pres">
      <dgm:prSet presAssocID="{20477B53-5B94-4DA6-B009-1778B69799B0}" presName="sp" presStyleCnt="0"/>
      <dgm:spPr/>
    </dgm:pt>
    <dgm:pt modelId="{398B0DF0-03DF-4ED7-A01D-36C5EE7DBC64}" type="pres">
      <dgm:prSet presAssocID="{A4ADCADD-E727-4605-A8E3-9149C5B2CDC5}" presName="arrowAndChildren" presStyleCnt="0"/>
      <dgm:spPr/>
    </dgm:pt>
    <dgm:pt modelId="{5A954BA9-9AE9-49C9-99B6-A327F6A46E41}" type="pres">
      <dgm:prSet presAssocID="{A4ADCADD-E727-4605-A8E3-9149C5B2CDC5}" presName="parentTextArrow" presStyleLbl="node1" presStyleIdx="0" presStyleCnt="2"/>
      <dgm:spPr/>
    </dgm:pt>
    <dgm:pt modelId="{2FE8B5D6-21B4-4E33-B112-D7AD6BC52B34}" type="pres">
      <dgm:prSet presAssocID="{A4ADCADD-E727-4605-A8E3-9149C5B2CDC5}" presName="arrow" presStyleLbl="node1" presStyleIdx="1" presStyleCnt="2" custLinFactNeighborY="3495"/>
      <dgm:spPr/>
    </dgm:pt>
    <dgm:pt modelId="{A7C16D31-B04D-4DD7-961D-96555CDDF98C}" type="pres">
      <dgm:prSet presAssocID="{A4ADCADD-E727-4605-A8E3-9149C5B2CDC5}" presName="descendantArrow" presStyleCnt="0"/>
      <dgm:spPr/>
    </dgm:pt>
    <dgm:pt modelId="{9620EC5F-4F37-4106-9203-A76B77E2DE6C}" type="pres">
      <dgm:prSet presAssocID="{90DCE819-4E57-402E-B55B-34A4FCCD425E}" presName="childTextArrow" presStyleLbl="fgAccFollowNode1" presStyleIdx="2" presStyleCnt="4">
        <dgm:presLayoutVars>
          <dgm:bulletEnabled val="1"/>
        </dgm:presLayoutVars>
      </dgm:prSet>
      <dgm:spPr/>
    </dgm:pt>
    <dgm:pt modelId="{A1F8B08A-05C9-42FD-8EE1-E3607AF5C443}" type="pres">
      <dgm:prSet presAssocID="{1DADCB34-C4DD-468D-BDDA-68C99C45D1AA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5A834404-2F86-446E-8865-D40C87596D2B}" type="presOf" srcId="{2FADDC6C-C53D-408E-9FA5-90A60482C100}" destId="{C4E6C8EE-4F59-4E5D-B20D-949D77261648}" srcOrd="1" destOrd="0" presId="urn:microsoft.com/office/officeart/2005/8/layout/process4"/>
    <dgm:cxn modelId="{ADAE1C39-C738-43B7-A4A6-B0A9D25752A6}" srcId="{6FD713C2-B6C8-40C7-9AF8-B0DEFA8FB3D8}" destId="{2FADDC6C-C53D-408E-9FA5-90A60482C100}" srcOrd="1" destOrd="0" parTransId="{314711E8-54B7-4B38-A53A-798CCF88AF2E}" sibTransId="{0FB9D11E-DF0F-410F-88F3-7EFA94C5565C}"/>
    <dgm:cxn modelId="{CBE5146E-E565-48B1-9770-4F9AA0D3967B}" type="presOf" srcId="{A4ADCADD-E727-4605-A8E3-9149C5B2CDC5}" destId="{2FE8B5D6-21B4-4E33-B112-D7AD6BC52B34}" srcOrd="1" destOrd="0" presId="urn:microsoft.com/office/officeart/2005/8/layout/process4"/>
    <dgm:cxn modelId="{CC8E367C-1A03-45BC-A0D3-108122B3B112}" type="presOf" srcId="{6CBBA5E6-5E7F-4B1B-9FC6-37DBAD06562A}" destId="{CA679383-DC5C-4B12-A650-D77AFCC9F546}" srcOrd="0" destOrd="0" presId="urn:microsoft.com/office/officeart/2005/8/layout/process4"/>
    <dgm:cxn modelId="{BAA32080-73DA-4AE9-9B21-E7122F2C87CC}" srcId="{A4ADCADD-E727-4605-A8E3-9149C5B2CDC5}" destId="{1DADCB34-C4DD-468D-BDDA-68C99C45D1AA}" srcOrd="1" destOrd="0" parTransId="{F92597E4-E849-4106-897F-2E486B2E8262}" sibTransId="{E2FD0EBF-DFE9-4FDE-96B9-7CC32A21BF22}"/>
    <dgm:cxn modelId="{A6CF769A-0248-4A8E-92EC-7DF362A29901}" type="presOf" srcId="{90DCE819-4E57-402E-B55B-34A4FCCD425E}" destId="{9620EC5F-4F37-4106-9203-A76B77E2DE6C}" srcOrd="0" destOrd="0" presId="urn:microsoft.com/office/officeart/2005/8/layout/process4"/>
    <dgm:cxn modelId="{6C3FA79B-8323-452B-A863-683B539BBC5A}" type="presOf" srcId="{5EB8A0AD-7810-450A-B8B3-A389E4A8A0CD}" destId="{9295F396-42D5-4973-8573-35F05311A513}" srcOrd="0" destOrd="0" presId="urn:microsoft.com/office/officeart/2005/8/layout/process4"/>
    <dgm:cxn modelId="{0134BF9B-B36A-44E6-A93A-E6061D13D6A0}" srcId="{A4ADCADD-E727-4605-A8E3-9149C5B2CDC5}" destId="{90DCE819-4E57-402E-B55B-34A4FCCD425E}" srcOrd="0" destOrd="0" parTransId="{3B56744A-F947-43BE-8A6D-BD97182CC262}" sibTransId="{45F71BE1-5AE9-4AAE-9E6C-433961399742}"/>
    <dgm:cxn modelId="{6CEC779D-2CBE-4AD6-8990-65E3CAA00BEF}" srcId="{2FADDC6C-C53D-408E-9FA5-90A60482C100}" destId="{6CBBA5E6-5E7F-4B1B-9FC6-37DBAD06562A}" srcOrd="1" destOrd="0" parTransId="{567B44CB-DC1B-42BF-9CC1-547C4113B48B}" sibTransId="{21F0D4F3-B13E-4409-9590-905B338F0E8B}"/>
    <dgm:cxn modelId="{6B2C85C3-DEB4-436B-BF9D-91FF8DC54D6D}" type="presOf" srcId="{A4ADCADD-E727-4605-A8E3-9149C5B2CDC5}" destId="{5A954BA9-9AE9-49C9-99B6-A327F6A46E41}" srcOrd="0" destOrd="0" presId="urn:microsoft.com/office/officeart/2005/8/layout/process4"/>
    <dgm:cxn modelId="{30CFEDC3-48B8-4682-B3C9-7EBD0C9C6F57}" type="presOf" srcId="{2FADDC6C-C53D-408E-9FA5-90A60482C100}" destId="{FAD5C23E-E1CB-4979-9585-D3AC0778B0EB}" srcOrd="0" destOrd="0" presId="urn:microsoft.com/office/officeart/2005/8/layout/process4"/>
    <dgm:cxn modelId="{59601CD1-373C-4080-8D89-B32081E15108}" srcId="{6FD713C2-B6C8-40C7-9AF8-B0DEFA8FB3D8}" destId="{A4ADCADD-E727-4605-A8E3-9149C5B2CDC5}" srcOrd="0" destOrd="0" parTransId="{10D51C2B-0659-4E7A-A453-825A1E720264}" sibTransId="{20477B53-5B94-4DA6-B009-1778B69799B0}"/>
    <dgm:cxn modelId="{D779B1D7-D9EA-41AC-BE8E-5E9B4C3169FA}" srcId="{2FADDC6C-C53D-408E-9FA5-90A60482C100}" destId="{5EB8A0AD-7810-450A-B8B3-A389E4A8A0CD}" srcOrd="0" destOrd="0" parTransId="{918B15E4-EDFB-4856-83FD-F6ED16A6D3C1}" sibTransId="{16AB2A6E-1D61-490F-9BF3-677BA42C7974}"/>
    <dgm:cxn modelId="{66751AE2-FD47-4106-99E1-D23D61AEA1DD}" type="presOf" srcId="{6FD713C2-B6C8-40C7-9AF8-B0DEFA8FB3D8}" destId="{D239E8D3-4F24-4336-BE02-E23A49ACEE17}" srcOrd="0" destOrd="0" presId="urn:microsoft.com/office/officeart/2005/8/layout/process4"/>
    <dgm:cxn modelId="{AB033EF1-9A7C-4B5C-89EF-41E71D1F9862}" type="presOf" srcId="{1DADCB34-C4DD-468D-BDDA-68C99C45D1AA}" destId="{A1F8B08A-05C9-42FD-8EE1-E3607AF5C443}" srcOrd="0" destOrd="0" presId="urn:microsoft.com/office/officeart/2005/8/layout/process4"/>
    <dgm:cxn modelId="{25CFAF5E-A577-4D4F-B2DC-22DD25462387}" type="presParOf" srcId="{D239E8D3-4F24-4336-BE02-E23A49ACEE17}" destId="{4B80827C-9F3D-4DB0-84F7-1FF27EA3D269}" srcOrd="0" destOrd="0" presId="urn:microsoft.com/office/officeart/2005/8/layout/process4"/>
    <dgm:cxn modelId="{06721CC3-8544-4DB7-829E-DBEA7A797168}" type="presParOf" srcId="{4B80827C-9F3D-4DB0-84F7-1FF27EA3D269}" destId="{FAD5C23E-E1CB-4979-9585-D3AC0778B0EB}" srcOrd="0" destOrd="0" presId="urn:microsoft.com/office/officeart/2005/8/layout/process4"/>
    <dgm:cxn modelId="{FB00662E-386B-4E5B-92C1-5F8989385A49}" type="presParOf" srcId="{4B80827C-9F3D-4DB0-84F7-1FF27EA3D269}" destId="{C4E6C8EE-4F59-4E5D-B20D-949D77261648}" srcOrd="1" destOrd="0" presId="urn:microsoft.com/office/officeart/2005/8/layout/process4"/>
    <dgm:cxn modelId="{4DCDCDD3-8DF3-4D9B-B0B8-7A41EB7B9EA0}" type="presParOf" srcId="{4B80827C-9F3D-4DB0-84F7-1FF27EA3D269}" destId="{706A1FC8-CE0D-4915-AB2D-1BFB4743C39E}" srcOrd="2" destOrd="0" presId="urn:microsoft.com/office/officeart/2005/8/layout/process4"/>
    <dgm:cxn modelId="{890DD3CF-4992-4F1B-ADCE-5685456D8996}" type="presParOf" srcId="{706A1FC8-CE0D-4915-AB2D-1BFB4743C39E}" destId="{9295F396-42D5-4973-8573-35F05311A513}" srcOrd="0" destOrd="0" presId="urn:microsoft.com/office/officeart/2005/8/layout/process4"/>
    <dgm:cxn modelId="{D4FD3D4E-9EE2-41B3-A478-AB9F12D5268F}" type="presParOf" srcId="{706A1FC8-CE0D-4915-AB2D-1BFB4743C39E}" destId="{CA679383-DC5C-4B12-A650-D77AFCC9F546}" srcOrd="1" destOrd="0" presId="urn:microsoft.com/office/officeart/2005/8/layout/process4"/>
    <dgm:cxn modelId="{D902DB7A-0034-44DF-A61D-6347F8281B1C}" type="presParOf" srcId="{D239E8D3-4F24-4336-BE02-E23A49ACEE17}" destId="{00F12893-D1A3-428A-8B6E-B084882566CE}" srcOrd="1" destOrd="0" presId="urn:microsoft.com/office/officeart/2005/8/layout/process4"/>
    <dgm:cxn modelId="{43F3DAF6-CEFA-4AD2-A8FF-4D6213BB02DA}" type="presParOf" srcId="{D239E8D3-4F24-4336-BE02-E23A49ACEE17}" destId="{398B0DF0-03DF-4ED7-A01D-36C5EE7DBC64}" srcOrd="2" destOrd="0" presId="urn:microsoft.com/office/officeart/2005/8/layout/process4"/>
    <dgm:cxn modelId="{A5AC5047-3135-40E7-A3B8-71896AD0BE20}" type="presParOf" srcId="{398B0DF0-03DF-4ED7-A01D-36C5EE7DBC64}" destId="{5A954BA9-9AE9-49C9-99B6-A327F6A46E41}" srcOrd="0" destOrd="0" presId="urn:microsoft.com/office/officeart/2005/8/layout/process4"/>
    <dgm:cxn modelId="{7C43E47D-5C95-4C21-AD24-02CC72ABE7C2}" type="presParOf" srcId="{398B0DF0-03DF-4ED7-A01D-36C5EE7DBC64}" destId="{2FE8B5D6-21B4-4E33-B112-D7AD6BC52B34}" srcOrd="1" destOrd="0" presId="urn:microsoft.com/office/officeart/2005/8/layout/process4"/>
    <dgm:cxn modelId="{CCCD83D2-90A6-43D5-8BBE-E9E18BCC1E04}" type="presParOf" srcId="{398B0DF0-03DF-4ED7-A01D-36C5EE7DBC64}" destId="{A7C16D31-B04D-4DD7-961D-96555CDDF98C}" srcOrd="2" destOrd="0" presId="urn:microsoft.com/office/officeart/2005/8/layout/process4"/>
    <dgm:cxn modelId="{B9B13CE1-C6ED-40CD-A4F6-D78C4E06F339}" type="presParOf" srcId="{A7C16D31-B04D-4DD7-961D-96555CDDF98C}" destId="{9620EC5F-4F37-4106-9203-A76B77E2DE6C}" srcOrd="0" destOrd="0" presId="urn:microsoft.com/office/officeart/2005/8/layout/process4"/>
    <dgm:cxn modelId="{572F0156-F9DC-4EF0-85F4-49CD9D2BF612}" type="presParOf" srcId="{A7C16D31-B04D-4DD7-961D-96555CDDF98C}" destId="{A1F8B08A-05C9-42FD-8EE1-E3607AF5C443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64C09C-732B-449D-B9F3-81A29B9C40EF}" type="doc">
      <dgm:prSet loTypeId="urn:microsoft.com/office/officeart/2005/8/layout/chevron1" loCatId="process" qsTypeId="urn:microsoft.com/office/officeart/2005/8/quickstyle/simple5" qsCatId="simple" csTypeId="urn:microsoft.com/office/officeart/2005/8/colors/colorful4" csCatId="colorful" phldr="1"/>
      <dgm:spPr/>
    </dgm:pt>
    <dgm:pt modelId="{4586A11A-C4C5-45CA-8C56-B33127654246}">
      <dgm:prSet phldrT="[Text]" custT="1"/>
      <dgm:spPr/>
      <dgm:t>
        <a:bodyPr/>
        <a:lstStyle/>
        <a:p>
          <a:pPr algn="r"/>
          <a:r>
            <a:rPr lang="es-CO" sz="2000" dirty="0">
              <a:latin typeface="Myriad Pro"/>
              <a:cs typeface="Myriad Pro"/>
            </a:rPr>
            <a:t>Recolectar</a:t>
          </a:r>
        </a:p>
      </dgm:t>
    </dgm:pt>
    <dgm:pt modelId="{7049EAB2-7B6A-4325-80B2-180EBE0DBEEE}" type="parTrans" cxnId="{0F2DBC56-B240-43D8-8087-C64F886147C6}">
      <dgm:prSet/>
      <dgm:spPr/>
      <dgm:t>
        <a:bodyPr/>
        <a:lstStyle/>
        <a:p>
          <a:endParaRPr lang="es-CO"/>
        </a:p>
      </dgm:t>
    </dgm:pt>
    <dgm:pt modelId="{7143A4D8-48C7-46AD-9E91-A8597531DA96}" type="sibTrans" cxnId="{0F2DBC56-B240-43D8-8087-C64F886147C6}">
      <dgm:prSet/>
      <dgm:spPr/>
      <dgm:t>
        <a:bodyPr/>
        <a:lstStyle/>
        <a:p>
          <a:endParaRPr lang="es-CO"/>
        </a:p>
      </dgm:t>
    </dgm:pt>
    <dgm:pt modelId="{2D2C7616-A8C3-4E81-BF10-480C02FB1E48}">
      <dgm:prSet phldrT="[Text]" custT="1"/>
      <dgm:spPr/>
      <dgm:t>
        <a:bodyPr/>
        <a:lstStyle/>
        <a:p>
          <a:pPr algn="l"/>
          <a:r>
            <a:rPr lang="es-CO" sz="1800" dirty="0">
              <a:latin typeface="Myriad Pro"/>
              <a:cs typeface="Myriad Pro"/>
            </a:rPr>
            <a:t>Almacenar</a:t>
          </a:r>
        </a:p>
      </dgm:t>
    </dgm:pt>
    <dgm:pt modelId="{4E266B4B-8E63-438B-9429-0146FCD651AA}" type="parTrans" cxnId="{D78766B7-03B3-4ACE-9940-E2247E02685C}">
      <dgm:prSet/>
      <dgm:spPr/>
      <dgm:t>
        <a:bodyPr/>
        <a:lstStyle/>
        <a:p>
          <a:endParaRPr lang="es-CO"/>
        </a:p>
      </dgm:t>
    </dgm:pt>
    <dgm:pt modelId="{F0F0DCD2-C667-495B-BBE2-4F846059066A}" type="sibTrans" cxnId="{D78766B7-03B3-4ACE-9940-E2247E02685C}">
      <dgm:prSet/>
      <dgm:spPr/>
      <dgm:t>
        <a:bodyPr/>
        <a:lstStyle/>
        <a:p>
          <a:endParaRPr lang="es-CO"/>
        </a:p>
      </dgm:t>
    </dgm:pt>
    <dgm:pt modelId="{5F919300-A15C-41A8-B49E-889A86742E71}">
      <dgm:prSet phldrT="[Text]" custT="1"/>
      <dgm:spPr/>
      <dgm:t>
        <a:bodyPr/>
        <a:lstStyle/>
        <a:p>
          <a:r>
            <a:rPr lang="es-CO" sz="2000" dirty="0">
              <a:latin typeface="Myriad Pro"/>
              <a:cs typeface="Myriad Pro"/>
            </a:rPr>
            <a:t>Usar</a:t>
          </a:r>
        </a:p>
      </dgm:t>
    </dgm:pt>
    <dgm:pt modelId="{C7D413AB-7F0A-4B72-84EB-6E0568D07C02}" type="parTrans" cxnId="{4E6B0049-9A5D-467E-8A65-82A1896507EC}">
      <dgm:prSet/>
      <dgm:spPr/>
      <dgm:t>
        <a:bodyPr/>
        <a:lstStyle/>
        <a:p>
          <a:endParaRPr lang="es-CO"/>
        </a:p>
      </dgm:t>
    </dgm:pt>
    <dgm:pt modelId="{FD6CE4AC-520B-46FA-9274-152A4616CCAF}" type="sibTrans" cxnId="{4E6B0049-9A5D-467E-8A65-82A1896507EC}">
      <dgm:prSet/>
      <dgm:spPr/>
      <dgm:t>
        <a:bodyPr/>
        <a:lstStyle/>
        <a:p>
          <a:endParaRPr lang="es-CO"/>
        </a:p>
      </dgm:t>
    </dgm:pt>
    <dgm:pt modelId="{5BC7F05F-B534-4FA2-AD8E-7932C6435E2C}">
      <dgm:prSet phldrT="[Text]" custT="1"/>
      <dgm:spPr/>
      <dgm:t>
        <a:bodyPr/>
        <a:lstStyle/>
        <a:p>
          <a:r>
            <a:rPr lang="es-CO" sz="2000" dirty="0">
              <a:latin typeface="Myriad Pro"/>
              <a:cs typeface="Myriad Pro"/>
            </a:rPr>
            <a:t>Circular</a:t>
          </a:r>
        </a:p>
      </dgm:t>
    </dgm:pt>
    <dgm:pt modelId="{CCFF9A9E-EF7F-4717-98B1-7E743215C2D3}" type="parTrans" cxnId="{0613A6D9-08B6-44A4-AD3F-12CAEE461625}">
      <dgm:prSet/>
      <dgm:spPr/>
      <dgm:t>
        <a:bodyPr/>
        <a:lstStyle/>
        <a:p>
          <a:endParaRPr lang="es-CO"/>
        </a:p>
      </dgm:t>
    </dgm:pt>
    <dgm:pt modelId="{CCB7834D-F7ED-4EAF-9004-6F8C0A8928B1}" type="sibTrans" cxnId="{0613A6D9-08B6-44A4-AD3F-12CAEE461625}">
      <dgm:prSet/>
      <dgm:spPr/>
      <dgm:t>
        <a:bodyPr/>
        <a:lstStyle/>
        <a:p>
          <a:endParaRPr lang="es-CO"/>
        </a:p>
      </dgm:t>
    </dgm:pt>
    <dgm:pt modelId="{442978D9-56BC-4F16-AE38-05437AA4DB29}" type="pres">
      <dgm:prSet presAssocID="{9B64C09C-732B-449D-B9F3-81A29B9C40EF}" presName="Name0" presStyleCnt="0">
        <dgm:presLayoutVars>
          <dgm:dir/>
          <dgm:animLvl val="lvl"/>
          <dgm:resizeHandles val="exact"/>
        </dgm:presLayoutVars>
      </dgm:prSet>
      <dgm:spPr/>
    </dgm:pt>
    <dgm:pt modelId="{0C2814EF-B1B8-461A-8AB7-907B6FA950AA}" type="pres">
      <dgm:prSet presAssocID="{4586A11A-C4C5-45CA-8C56-B33127654246}" presName="parTxOnly" presStyleLbl="node1" presStyleIdx="0" presStyleCnt="4" custScaleX="123651">
        <dgm:presLayoutVars>
          <dgm:chMax val="0"/>
          <dgm:chPref val="0"/>
          <dgm:bulletEnabled val="1"/>
        </dgm:presLayoutVars>
      </dgm:prSet>
      <dgm:spPr/>
    </dgm:pt>
    <dgm:pt modelId="{85EFA9F1-A6B6-4DB2-8B16-3EBDE6477C72}" type="pres">
      <dgm:prSet presAssocID="{7143A4D8-48C7-46AD-9E91-A8597531DA96}" presName="parTxOnlySpace" presStyleCnt="0"/>
      <dgm:spPr/>
    </dgm:pt>
    <dgm:pt modelId="{8696A1B0-D575-4206-9F25-A082CC51B9BC}" type="pres">
      <dgm:prSet presAssocID="{2D2C7616-A8C3-4E81-BF10-480C02FB1E48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7855CCD-45D6-4DF1-A756-EB504E30A03E}" type="pres">
      <dgm:prSet presAssocID="{F0F0DCD2-C667-495B-BBE2-4F846059066A}" presName="parTxOnlySpace" presStyleCnt="0"/>
      <dgm:spPr/>
    </dgm:pt>
    <dgm:pt modelId="{8C87CFCA-EC32-4D1A-9B74-7CC34ED3448A}" type="pres">
      <dgm:prSet presAssocID="{5F919300-A15C-41A8-B49E-889A86742E71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CF733C6-80D1-467C-AA6B-B8CC5A18A846}" type="pres">
      <dgm:prSet presAssocID="{FD6CE4AC-520B-46FA-9274-152A4616CCAF}" presName="parTxOnlySpace" presStyleCnt="0"/>
      <dgm:spPr/>
    </dgm:pt>
    <dgm:pt modelId="{B20F4F52-B7C8-42A6-9A85-A53605B171AD}" type="pres">
      <dgm:prSet presAssocID="{5BC7F05F-B534-4FA2-AD8E-7932C6435E2C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FAD820-7E93-4282-8ACA-F4E25628C7D8}" type="presOf" srcId="{4586A11A-C4C5-45CA-8C56-B33127654246}" destId="{0C2814EF-B1B8-461A-8AB7-907B6FA950AA}" srcOrd="0" destOrd="0" presId="urn:microsoft.com/office/officeart/2005/8/layout/chevron1"/>
    <dgm:cxn modelId="{5D44C95B-632C-4610-8790-457281E08B00}" type="presOf" srcId="{2D2C7616-A8C3-4E81-BF10-480C02FB1E48}" destId="{8696A1B0-D575-4206-9F25-A082CC51B9BC}" srcOrd="0" destOrd="0" presId="urn:microsoft.com/office/officeart/2005/8/layout/chevron1"/>
    <dgm:cxn modelId="{AF2D995F-A7B3-4B28-A85A-D01AE2181D8A}" type="presOf" srcId="{9B64C09C-732B-449D-B9F3-81A29B9C40EF}" destId="{442978D9-56BC-4F16-AE38-05437AA4DB29}" srcOrd="0" destOrd="0" presId="urn:microsoft.com/office/officeart/2005/8/layout/chevron1"/>
    <dgm:cxn modelId="{4E6B0049-9A5D-467E-8A65-82A1896507EC}" srcId="{9B64C09C-732B-449D-B9F3-81A29B9C40EF}" destId="{5F919300-A15C-41A8-B49E-889A86742E71}" srcOrd="2" destOrd="0" parTransId="{C7D413AB-7F0A-4B72-84EB-6E0568D07C02}" sibTransId="{FD6CE4AC-520B-46FA-9274-152A4616CCAF}"/>
    <dgm:cxn modelId="{0F2DBC56-B240-43D8-8087-C64F886147C6}" srcId="{9B64C09C-732B-449D-B9F3-81A29B9C40EF}" destId="{4586A11A-C4C5-45CA-8C56-B33127654246}" srcOrd="0" destOrd="0" parTransId="{7049EAB2-7B6A-4325-80B2-180EBE0DBEEE}" sibTransId="{7143A4D8-48C7-46AD-9E91-A8597531DA96}"/>
    <dgm:cxn modelId="{CF782A79-68EF-4ABB-A618-D8E2153543A6}" type="presOf" srcId="{5BC7F05F-B534-4FA2-AD8E-7932C6435E2C}" destId="{B20F4F52-B7C8-42A6-9A85-A53605B171AD}" srcOrd="0" destOrd="0" presId="urn:microsoft.com/office/officeart/2005/8/layout/chevron1"/>
    <dgm:cxn modelId="{D78766B7-03B3-4ACE-9940-E2247E02685C}" srcId="{9B64C09C-732B-449D-B9F3-81A29B9C40EF}" destId="{2D2C7616-A8C3-4E81-BF10-480C02FB1E48}" srcOrd="1" destOrd="0" parTransId="{4E266B4B-8E63-438B-9429-0146FCD651AA}" sibTransId="{F0F0DCD2-C667-495B-BBE2-4F846059066A}"/>
    <dgm:cxn modelId="{8C654BD5-1D39-49FC-95B6-00824126DA3D}" type="presOf" srcId="{5F919300-A15C-41A8-B49E-889A86742E71}" destId="{8C87CFCA-EC32-4D1A-9B74-7CC34ED3448A}" srcOrd="0" destOrd="0" presId="urn:microsoft.com/office/officeart/2005/8/layout/chevron1"/>
    <dgm:cxn modelId="{0613A6D9-08B6-44A4-AD3F-12CAEE461625}" srcId="{9B64C09C-732B-449D-B9F3-81A29B9C40EF}" destId="{5BC7F05F-B534-4FA2-AD8E-7932C6435E2C}" srcOrd="3" destOrd="0" parTransId="{CCFF9A9E-EF7F-4717-98B1-7E743215C2D3}" sibTransId="{CCB7834D-F7ED-4EAF-9004-6F8C0A8928B1}"/>
    <dgm:cxn modelId="{6E8901EA-6B1D-4F0F-9B38-3097574FE50C}" type="presParOf" srcId="{442978D9-56BC-4F16-AE38-05437AA4DB29}" destId="{0C2814EF-B1B8-461A-8AB7-907B6FA950AA}" srcOrd="0" destOrd="0" presId="urn:microsoft.com/office/officeart/2005/8/layout/chevron1"/>
    <dgm:cxn modelId="{1099D7E0-6F69-45E9-A95B-C8291C5AE33C}" type="presParOf" srcId="{442978D9-56BC-4F16-AE38-05437AA4DB29}" destId="{85EFA9F1-A6B6-4DB2-8B16-3EBDE6477C72}" srcOrd="1" destOrd="0" presId="urn:microsoft.com/office/officeart/2005/8/layout/chevron1"/>
    <dgm:cxn modelId="{4CDB8DEF-4B41-44FD-8E0A-B770DE3A16D4}" type="presParOf" srcId="{442978D9-56BC-4F16-AE38-05437AA4DB29}" destId="{8696A1B0-D575-4206-9F25-A082CC51B9BC}" srcOrd="2" destOrd="0" presId="urn:microsoft.com/office/officeart/2005/8/layout/chevron1"/>
    <dgm:cxn modelId="{819632E1-E970-418B-A994-5CA8E8E92E25}" type="presParOf" srcId="{442978D9-56BC-4F16-AE38-05437AA4DB29}" destId="{17855CCD-45D6-4DF1-A756-EB504E30A03E}" srcOrd="3" destOrd="0" presId="urn:microsoft.com/office/officeart/2005/8/layout/chevron1"/>
    <dgm:cxn modelId="{0FDDADB5-36ED-491F-9514-2D7A5E37D55D}" type="presParOf" srcId="{442978D9-56BC-4F16-AE38-05437AA4DB29}" destId="{8C87CFCA-EC32-4D1A-9B74-7CC34ED3448A}" srcOrd="4" destOrd="0" presId="urn:microsoft.com/office/officeart/2005/8/layout/chevron1"/>
    <dgm:cxn modelId="{3127B737-5557-43C4-826C-D262B92E12F4}" type="presParOf" srcId="{442978D9-56BC-4F16-AE38-05437AA4DB29}" destId="{ACF733C6-80D1-467C-AA6B-B8CC5A18A846}" srcOrd="5" destOrd="0" presId="urn:microsoft.com/office/officeart/2005/8/layout/chevron1"/>
    <dgm:cxn modelId="{369011BF-C20B-4C89-99FD-748091A363B7}" type="presParOf" srcId="{442978D9-56BC-4F16-AE38-05437AA4DB29}" destId="{B20F4F52-B7C8-42A6-9A85-A53605B171A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CAF749-0348-483F-8C94-76AC10A51711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B74A53C5-C7B1-479C-AAC1-380C29E30C30}">
      <dgm:prSet phldrT="[Text]" custT="1"/>
      <dgm:spPr/>
      <dgm:t>
        <a:bodyPr/>
        <a:lstStyle/>
        <a:p>
          <a:r>
            <a:rPr lang="es-CO" sz="2400" b="1" dirty="0">
              <a:solidFill>
                <a:schemeClr val="bg1"/>
              </a:solidFill>
              <a:latin typeface="Myriad Pro"/>
              <a:cs typeface="Myriad Pro"/>
            </a:rPr>
            <a:t>LO QUE PUEDO HACER</a:t>
          </a:r>
        </a:p>
      </dgm:t>
    </dgm:pt>
    <dgm:pt modelId="{EA091C0F-ED2A-46C0-8400-2EF06A142CEF}" type="parTrans" cxnId="{017FE4B9-C1D3-495D-AC92-EA2C277FA415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3397E5F7-0275-45B4-B002-B063CC507F28}" type="sibTrans" cxnId="{017FE4B9-C1D3-495D-AC92-EA2C277FA415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B3E9609D-DC80-4B37-A478-D3B890CE51A9}">
      <dgm:prSet phldrT="[Text]" custT="1"/>
      <dgm:spPr/>
      <dgm:t>
        <a:bodyPr/>
        <a:lstStyle/>
        <a:p>
          <a:r>
            <a:rPr lang="es-CO" sz="1600" dirty="0">
              <a:latin typeface="Myriad Pro"/>
              <a:cs typeface="Myriad Pro"/>
            </a:rPr>
            <a:t>Conocer, actualizar y rectificar</a:t>
          </a:r>
        </a:p>
      </dgm:t>
    </dgm:pt>
    <dgm:pt modelId="{91438BEC-D319-469E-A49E-E5C45B7CDA2F}" type="parTrans" cxnId="{13E398CF-C232-4212-B1D2-DEA645EBB165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0DEF8711-408C-444B-96BC-0AB12B291D70}" type="sibTrans" cxnId="{13E398CF-C232-4212-B1D2-DEA645EBB165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F543A36A-AFE4-46C8-94F5-51F0CF4793EA}">
      <dgm:prSet phldrT="[Text]" custT="1"/>
      <dgm:spPr/>
      <dgm:t>
        <a:bodyPr/>
        <a:lstStyle/>
        <a:p>
          <a:r>
            <a:rPr lang="es-CO" sz="1500" dirty="0">
              <a:latin typeface="Myriad Pro"/>
              <a:cs typeface="Myriad Pro"/>
            </a:rPr>
            <a:t>Prueba de autorización</a:t>
          </a:r>
        </a:p>
      </dgm:t>
    </dgm:pt>
    <dgm:pt modelId="{9A7C1D72-3415-4A87-871A-05465586475B}" type="parTrans" cxnId="{B24D8288-CD1C-4034-B1B2-5A722E905618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3233055E-C60D-464A-911E-CE1007906D37}" type="sibTrans" cxnId="{B24D8288-CD1C-4034-B1B2-5A722E905618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544EC626-291F-4A27-A5C3-B10756A1E973}">
      <dgm:prSet phldrT="[Text]" custT="1"/>
      <dgm:spPr/>
      <dgm:t>
        <a:bodyPr/>
        <a:lstStyle/>
        <a:p>
          <a:r>
            <a:rPr lang="es-CO" sz="1600" dirty="0">
              <a:latin typeface="Myriad Pro"/>
              <a:cs typeface="Myriad Pro"/>
            </a:rPr>
            <a:t>Informado sobre el uso</a:t>
          </a:r>
        </a:p>
      </dgm:t>
    </dgm:pt>
    <dgm:pt modelId="{BA25F930-568D-412C-AD4A-8C84AF44A8AB}" type="parTrans" cxnId="{F984EB88-7CEF-41A3-ADC6-C6B57AE71645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2B2B7A67-7456-4030-9570-569B72224E64}" type="sibTrans" cxnId="{F984EB88-7CEF-41A3-ADC6-C6B57AE71645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48997B1E-D0F4-4712-968A-6B56B8E02896}">
      <dgm:prSet phldrT="[Text]" custT="1"/>
      <dgm:spPr/>
      <dgm:t>
        <a:bodyPr/>
        <a:lstStyle/>
        <a:p>
          <a:r>
            <a:rPr lang="es-CO" sz="1500" dirty="0">
              <a:latin typeface="Myriad Pro"/>
              <a:cs typeface="Myriad Pro"/>
            </a:rPr>
            <a:t>Revocar la autorización y/o solicitar supresión </a:t>
          </a:r>
        </a:p>
      </dgm:t>
    </dgm:pt>
    <dgm:pt modelId="{4D4CB639-83B3-4275-82E2-1990F77EBD5A}" type="parTrans" cxnId="{5A47CE53-4F16-40AB-A135-F082D2CB469A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BD914C02-3B99-4E02-867B-41EFD1A0B54C}" type="sibTrans" cxnId="{5A47CE53-4F16-40AB-A135-F082D2CB469A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822310A5-964D-430C-B659-E280083F53AF}">
      <dgm:prSet phldrT="[Text]" custT="1"/>
      <dgm:spPr/>
      <dgm:t>
        <a:bodyPr/>
        <a:lstStyle/>
        <a:p>
          <a:r>
            <a:rPr lang="es-CO" sz="1600" dirty="0">
              <a:latin typeface="Myriad Pro"/>
              <a:cs typeface="Myriad Pro"/>
            </a:rPr>
            <a:t>Consulta gratuita</a:t>
          </a:r>
        </a:p>
      </dgm:t>
    </dgm:pt>
    <dgm:pt modelId="{BE3106FB-EE29-4EA1-941B-C2632A2F443E}" type="parTrans" cxnId="{9E7B6088-C5C0-496B-BBAF-0AE51D60B084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C95D8801-CD00-4FEC-BB69-564BB10D6076}" type="sibTrans" cxnId="{9E7B6088-C5C0-496B-BBAF-0AE51D60B084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90C305D5-E1CB-483F-B708-2B7B5B21755B}">
      <dgm:prSet phldrT="[Text]" custT="1"/>
      <dgm:spPr/>
      <dgm:t>
        <a:bodyPr/>
        <a:lstStyle/>
        <a:p>
          <a:r>
            <a:rPr lang="es-CO" sz="1600" dirty="0">
              <a:latin typeface="Myriad Pro"/>
              <a:cs typeface="Myriad Pro"/>
            </a:rPr>
            <a:t>Quejarme ante la SIC</a:t>
          </a:r>
        </a:p>
      </dgm:t>
    </dgm:pt>
    <dgm:pt modelId="{6A241592-1814-4C75-8CCB-CD3947B02189}" type="parTrans" cxnId="{F3D36B9B-3AB3-4177-8B5A-3D645C88C4FC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300F3B38-49F5-4A76-9590-82FE6DA84118}" type="sibTrans" cxnId="{F3D36B9B-3AB3-4177-8B5A-3D645C88C4FC}">
      <dgm:prSet/>
      <dgm:spPr/>
      <dgm:t>
        <a:bodyPr/>
        <a:lstStyle/>
        <a:p>
          <a:endParaRPr lang="es-CO" sz="1600">
            <a:latin typeface="Myriad Pro"/>
            <a:cs typeface="Myriad Pro"/>
          </a:endParaRPr>
        </a:p>
      </dgm:t>
    </dgm:pt>
    <dgm:pt modelId="{00842155-AEE5-48B1-9CA0-C7EF431AB292}" type="pres">
      <dgm:prSet presAssocID="{AFCAF749-0348-483F-8C94-76AC10A5171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AC9F2C2-C28C-4CEA-98A6-142A7CF4D29B}" type="pres">
      <dgm:prSet presAssocID="{B74A53C5-C7B1-479C-AAC1-380C29E30C30}" presName="Parent" presStyleLbl="node0" presStyleIdx="0" presStyleCnt="1" custLinFactNeighborY="-1060">
        <dgm:presLayoutVars>
          <dgm:chMax val="6"/>
          <dgm:chPref val="6"/>
        </dgm:presLayoutVars>
      </dgm:prSet>
      <dgm:spPr/>
    </dgm:pt>
    <dgm:pt modelId="{D6A48114-0E21-46A5-9B46-57477111512B}" type="pres">
      <dgm:prSet presAssocID="{B3E9609D-DC80-4B37-A478-D3B890CE51A9}" presName="Accent1" presStyleCnt="0"/>
      <dgm:spPr/>
    </dgm:pt>
    <dgm:pt modelId="{E1C49ED8-AD1B-4877-961D-EC7E549D60DF}" type="pres">
      <dgm:prSet presAssocID="{B3E9609D-DC80-4B37-A478-D3B890CE51A9}" presName="Accent" presStyleLbl="bgShp" presStyleIdx="0" presStyleCnt="6"/>
      <dgm:spPr/>
    </dgm:pt>
    <dgm:pt modelId="{B834DEFC-CF41-413C-ABC8-CF3746276848}" type="pres">
      <dgm:prSet presAssocID="{B3E9609D-DC80-4B37-A478-D3B890CE51A9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8EE7EA2-834F-4471-9D2A-017CBB576057}" type="pres">
      <dgm:prSet presAssocID="{F543A36A-AFE4-46C8-94F5-51F0CF4793EA}" presName="Accent2" presStyleCnt="0"/>
      <dgm:spPr/>
    </dgm:pt>
    <dgm:pt modelId="{E21D0277-4494-4CD2-A2EA-001C317BBACD}" type="pres">
      <dgm:prSet presAssocID="{F543A36A-AFE4-46C8-94F5-51F0CF4793EA}" presName="Accent" presStyleLbl="bgShp" presStyleIdx="1" presStyleCnt="6"/>
      <dgm:spPr/>
    </dgm:pt>
    <dgm:pt modelId="{C6BB2987-704F-4227-BA94-193D774AB295}" type="pres">
      <dgm:prSet presAssocID="{F543A36A-AFE4-46C8-94F5-51F0CF4793E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AB4721E4-084E-4BBA-9014-9F6B195E3CDC}" type="pres">
      <dgm:prSet presAssocID="{544EC626-291F-4A27-A5C3-B10756A1E973}" presName="Accent3" presStyleCnt="0"/>
      <dgm:spPr/>
    </dgm:pt>
    <dgm:pt modelId="{7F7857AA-599F-4728-A374-9AAF084DE822}" type="pres">
      <dgm:prSet presAssocID="{544EC626-291F-4A27-A5C3-B10756A1E973}" presName="Accent" presStyleLbl="bgShp" presStyleIdx="2" presStyleCnt="6"/>
      <dgm:spPr/>
    </dgm:pt>
    <dgm:pt modelId="{1B55F7FF-CEC6-4C59-A711-E506E5287FD1}" type="pres">
      <dgm:prSet presAssocID="{544EC626-291F-4A27-A5C3-B10756A1E973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8339B1D4-9AA5-4920-AA13-3FA9C2EC8DD1}" type="pres">
      <dgm:prSet presAssocID="{48997B1E-D0F4-4712-968A-6B56B8E02896}" presName="Accent4" presStyleCnt="0"/>
      <dgm:spPr/>
    </dgm:pt>
    <dgm:pt modelId="{BC5CAA59-11CE-4DDA-939B-D0CDFF443681}" type="pres">
      <dgm:prSet presAssocID="{48997B1E-D0F4-4712-968A-6B56B8E02896}" presName="Accent" presStyleLbl="bgShp" presStyleIdx="3" presStyleCnt="6"/>
      <dgm:spPr/>
    </dgm:pt>
    <dgm:pt modelId="{60611497-5632-4DC2-A3BC-02F057C1B02C}" type="pres">
      <dgm:prSet presAssocID="{48997B1E-D0F4-4712-968A-6B56B8E0289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62528738-8E4A-49A3-8C23-01EE61B1DFA5}" type="pres">
      <dgm:prSet presAssocID="{822310A5-964D-430C-B659-E280083F53AF}" presName="Accent5" presStyleCnt="0"/>
      <dgm:spPr/>
    </dgm:pt>
    <dgm:pt modelId="{D9CD2B46-B1E7-446A-8AC0-405E86362819}" type="pres">
      <dgm:prSet presAssocID="{822310A5-964D-430C-B659-E280083F53AF}" presName="Accent" presStyleLbl="bgShp" presStyleIdx="4" presStyleCnt="6"/>
      <dgm:spPr/>
    </dgm:pt>
    <dgm:pt modelId="{F333453D-2E9B-4D46-B8F3-54DA75C7B130}" type="pres">
      <dgm:prSet presAssocID="{822310A5-964D-430C-B659-E280083F53AF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2F6ABDD4-BACA-456F-B940-AF91652697FE}" type="pres">
      <dgm:prSet presAssocID="{90C305D5-E1CB-483F-B708-2B7B5B21755B}" presName="Accent6" presStyleCnt="0"/>
      <dgm:spPr/>
    </dgm:pt>
    <dgm:pt modelId="{4E62F354-5651-4A34-9B09-45A88EEA1FAB}" type="pres">
      <dgm:prSet presAssocID="{90C305D5-E1CB-483F-B708-2B7B5B21755B}" presName="Accent" presStyleLbl="bgShp" presStyleIdx="5" presStyleCnt="6"/>
      <dgm:spPr/>
    </dgm:pt>
    <dgm:pt modelId="{DCA33E01-A555-4B25-84BD-4CFDF513CE01}" type="pres">
      <dgm:prSet presAssocID="{90C305D5-E1CB-483F-B708-2B7B5B21755B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D379829-038E-46C0-9D75-FC1017486BFB}" type="presOf" srcId="{822310A5-964D-430C-B659-E280083F53AF}" destId="{F333453D-2E9B-4D46-B8F3-54DA75C7B130}" srcOrd="0" destOrd="0" presId="urn:microsoft.com/office/officeart/2011/layout/HexagonRadial"/>
    <dgm:cxn modelId="{C414232D-954E-44AB-8B35-C345EA206A4A}" type="presOf" srcId="{AFCAF749-0348-483F-8C94-76AC10A51711}" destId="{00842155-AEE5-48B1-9CA0-C7EF431AB292}" srcOrd="0" destOrd="0" presId="urn:microsoft.com/office/officeart/2011/layout/HexagonRadial"/>
    <dgm:cxn modelId="{4AB75B5E-5B62-440F-B432-0D2B4F0D4656}" type="presOf" srcId="{544EC626-291F-4A27-A5C3-B10756A1E973}" destId="{1B55F7FF-CEC6-4C59-A711-E506E5287FD1}" srcOrd="0" destOrd="0" presId="urn:microsoft.com/office/officeart/2011/layout/HexagonRadial"/>
    <dgm:cxn modelId="{A3FF1C4C-9DCF-4DEE-8490-963F7C6C3180}" type="presOf" srcId="{90C305D5-E1CB-483F-B708-2B7B5B21755B}" destId="{DCA33E01-A555-4B25-84BD-4CFDF513CE01}" srcOrd="0" destOrd="0" presId="urn:microsoft.com/office/officeart/2011/layout/HexagonRadial"/>
    <dgm:cxn modelId="{5A47CE53-4F16-40AB-A135-F082D2CB469A}" srcId="{B74A53C5-C7B1-479C-AAC1-380C29E30C30}" destId="{48997B1E-D0F4-4712-968A-6B56B8E02896}" srcOrd="3" destOrd="0" parTransId="{4D4CB639-83B3-4275-82E2-1990F77EBD5A}" sibTransId="{BD914C02-3B99-4E02-867B-41EFD1A0B54C}"/>
    <dgm:cxn modelId="{9E7B6088-C5C0-496B-BBAF-0AE51D60B084}" srcId="{B74A53C5-C7B1-479C-AAC1-380C29E30C30}" destId="{822310A5-964D-430C-B659-E280083F53AF}" srcOrd="4" destOrd="0" parTransId="{BE3106FB-EE29-4EA1-941B-C2632A2F443E}" sibTransId="{C95D8801-CD00-4FEC-BB69-564BB10D6076}"/>
    <dgm:cxn modelId="{B24D8288-CD1C-4034-B1B2-5A722E905618}" srcId="{B74A53C5-C7B1-479C-AAC1-380C29E30C30}" destId="{F543A36A-AFE4-46C8-94F5-51F0CF4793EA}" srcOrd="1" destOrd="0" parTransId="{9A7C1D72-3415-4A87-871A-05465586475B}" sibTransId="{3233055E-C60D-464A-911E-CE1007906D37}"/>
    <dgm:cxn modelId="{F984EB88-7CEF-41A3-ADC6-C6B57AE71645}" srcId="{B74A53C5-C7B1-479C-AAC1-380C29E30C30}" destId="{544EC626-291F-4A27-A5C3-B10756A1E973}" srcOrd="2" destOrd="0" parTransId="{BA25F930-568D-412C-AD4A-8C84AF44A8AB}" sibTransId="{2B2B7A67-7456-4030-9570-569B72224E64}"/>
    <dgm:cxn modelId="{F3D36B9B-3AB3-4177-8B5A-3D645C88C4FC}" srcId="{B74A53C5-C7B1-479C-AAC1-380C29E30C30}" destId="{90C305D5-E1CB-483F-B708-2B7B5B21755B}" srcOrd="5" destOrd="0" parTransId="{6A241592-1814-4C75-8CCB-CD3947B02189}" sibTransId="{300F3B38-49F5-4A76-9590-82FE6DA84118}"/>
    <dgm:cxn modelId="{B78CC5A7-EC56-486F-B15A-5256084D9E9F}" type="presOf" srcId="{48997B1E-D0F4-4712-968A-6B56B8E02896}" destId="{60611497-5632-4DC2-A3BC-02F057C1B02C}" srcOrd="0" destOrd="0" presId="urn:microsoft.com/office/officeart/2011/layout/HexagonRadial"/>
    <dgm:cxn modelId="{20958DB1-AB2E-4A9E-ADFA-77B7DF3F96EC}" type="presOf" srcId="{B3E9609D-DC80-4B37-A478-D3B890CE51A9}" destId="{B834DEFC-CF41-413C-ABC8-CF3746276848}" srcOrd="0" destOrd="0" presId="urn:microsoft.com/office/officeart/2011/layout/HexagonRadial"/>
    <dgm:cxn modelId="{017FE4B9-C1D3-495D-AC92-EA2C277FA415}" srcId="{AFCAF749-0348-483F-8C94-76AC10A51711}" destId="{B74A53C5-C7B1-479C-AAC1-380C29E30C30}" srcOrd="0" destOrd="0" parTransId="{EA091C0F-ED2A-46C0-8400-2EF06A142CEF}" sibTransId="{3397E5F7-0275-45B4-B002-B063CC507F28}"/>
    <dgm:cxn modelId="{13E398CF-C232-4212-B1D2-DEA645EBB165}" srcId="{B74A53C5-C7B1-479C-AAC1-380C29E30C30}" destId="{B3E9609D-DC80-4B37-A478-D3B890CE51A9}" srcOrd="0" destOrd="0" parTransId="{91438BEC-D319-469E-A49E-E5C45B7CDA2F}" sibTransId="{0DEF8711-408C-444B-96BC-0AB12B291D70}"/>
    <dgm:cxn modelId="{39BE9ED8-41BA-441E-8875-9E8C1A24E254}" type="presOf" srcId="{B74A53C5-C7B1-479C-AAC1-380C29E30C30}" destId="{BAC9F2C2-C28C-4CEA-98A6-142A7CF4D29B}" srcOrd="0" destOrd="0" presId="urn:microsoft.com/office/officeart/2011/layout/HexagonRadial"/>
    <dgm:cxn modelId="{E5DFE1FF-1539-46E2-B0D3-292696066960}" type="presOf" srcId="{F543A36A-AFE4-46C8-94F5-51F0CF4793EA}" destId="{C6BB2987-704F-4227-BA94-193D774AB295}" srcOrd="0" destOrd="0" presId="urn:microsoft.com/office/officeart/2011/layout/HexagonRadial"/>
    <dgm:cxn modelId="{3C3AC390-D44A-4D2F-BDCF-9ADFCE45CA9A}" type="presParOf" srcId="{00842155-AEE5-48B1-9CA0-C7EF431AB292}" destId="{BAC9F2C2-C28C-4CEA-98A6-142A7CF4D29B}" srcOrd="0" destOrd="0" presId="urn:microsoft.com/office/officeart/2011/layout/HexagonRadial"/>
    <dgm:cxn modelId="{6347649B-A3D0-48F6-AE63-A498C3E436A6}" type="presParOf" srcId="{00842155-AEE5-48B1-9CA0-C7EF431AB292}" destId="{D6A48114-0E21-46A5-9B46-57477111512B}" srcOrd="1" destOrd="0" presId="urn:microsoft.com/office/officeart/2011/layout/HexagonRadial"/>
    <dgm:cxn modelId="{1239B3A5-FD0A-414C-8A7B-1949A980B238}" type="presParOf" srcId="{D6A48114-0E21-46A5-9B46-57477111512B}" destId="{E1C49ED8-AD1B-4877-961D-EC7E549D60DF}" srcOrd="0" destOrd="0" presId="urn:microsoft.com/office/officeart/2011/layout/HexagonRadial"/>
    <dgm:cxn modelId="{778A96B4-8110-4E1A-8AAA-70E885832BAD}" type="presParOf" srcId="{00842155-AEE5-48B1-9CA0-C7EF431AB292}" destId="{B834DEFC-CF41-413C-ABC8-CF3746276848}" srcOrd="2" destOrd="0" presId="urn:microsoft.com/office/officeart/2011/layout/HexagonRadial"/>
    <dgm:cxn modelId="{DA26B952-1075-48E7-BD0E-8CC83D90767A}" type="presParOf" srcId="{00842155-AEE5-48B1-9CA0-C7EF431AB292}" destId="{78EE7EA2-834F-4471-9D2A-017CBB576057}" srcOrd="3" destOrd="0" presId="urn:microsoft.com/office/officeart/2011/layout/HexagonRadial"/>
    <dgm:cxn modelId="{C2D9A709-52DF-492A-9682-2D99C493A5AD}" type="presParOf" srcId="{78EE7EA2-834F-4471-9D2A-017CBB576057}" destId="{E21D0277-4494-4CD2-A2EA-001C317BBACD}" srcOrd="0" destOrd="0" presId="urn:microsoft.com/office/officeart/2011/layout/HexagonRadial"/>
    <dgm:cxn modelId="{AE4E7521-89EC-4220-828A-1A8573E12FFD}" type="presParOf" srcId="{00842155-AEE5-48B1-9CA0-C7EF431AB292}" destId="{C6BB2987-704F-4227-BA94-193D774AB295}" srcOrd="4" destOrd="0" presId="urn:microsoft.com/office/officeart/2011/layout/HexagonRadial"/>
    <dgm:cxn modelId="{2E942D43-00B2-4E85-B4E5-B73C91B6E897}" type="presParOf" srcId="{00842155-AEE5-48B1-9CA0-C7EF431AB292}" destId="{AB4721E4-084E-4BBA-9014-9F6B195E3CDC}" srcOrd="5" destOrd="0" presId="urn:microsoft.com/office/officeart/2011/layout/HexagonRadial"/>
    <dgm:cxn modelId="{EC8186BF-3787-4C9B-A873-A9A0CB7389A6}" type="presParOf" srcId="{AB4721E4-084E-4BBA-9014-9F6B195E3CDC}" destId="{7F7857AA-599F-4728-A374-9AAF084DE822}" srcOrd="0" destOrd="0" presId="urn:microsoft.com/office/officeart/2011/layout/HexagonRadial"/>
    <dgm:cxn modelId="{5B7A2CDD-9A8E-4FED-A672-44621E0D498E}" type="presParOf" srcId="{00842155-AEE5-48B1-9CA0-C7EF431AB292}" destId="{1B55F7FF-CEC6-4C59-A711-E506E5287FD1}" srcOrd="6" destOrd="0" presId="urn:microsoft.com/office/officeart/2011/layout/HexagonRadial"/>
    <dgm:cxn modelId="{25E970E5-6D21-4523-B512-FC5368115BE1}" type="presParOf" srcId="{00842155-AEE5-48B1-9CA0-C7EF431AB292}" destId="{8339B1D4-9AA5-4920-AA13-3FA9C2EC8DD1}" srcOrd="7" destOrd="0" presId="urn:microsoft.com/office/officeart/2011/layout/HexagonRadial"/>
    <dgm:cxn modelId="{D858C907-1E17-4096-9C41-1869AFF61A27}" type="presParOf" srcId="{8339B1D4-9AA5-4920-AA13-3FA9C2EC8DD1}" destId="{BC5CAA59-11CE-4DDA-939B-D0CDFF443681}" srcOrd="0" destOrd="0" presId="urn:microsoft.com/office/officeart/2011/layout/HexagonRadial"/>
    <dgm:cxn modelId="{4FA8B51D-1E9C-49F5-8828-CCEA8DE77B0C}" type="presParOf" srcId="{00842155-AEE5-48B1-9CA0-C7EF431AB292}" destId="{60611497-5632-4DC2-A3BC-02F057C1B02C}" srcOrd="8" destOrd="0" presId="urn:microsoft.com/office/officeart/2011/layout/HexagonRadial"/>
    <dgm:cxn modelId="{13CE3B6F-5129-4675-8C6B-640F0BDAAB78}" type="presParOf" srcId="{00842155-AEE5-48B1-9CA0-C7EF431AB292}" destId="{62528738-8E4A-49A3-8C23-01EE61B1DFA5}" srcOrd="9" destOrd="0" presId="urn:microsoft.com/office/officeart/2011/layout/HexagonRadial"/>
    <dgm:cxn modelId="{6CE0241F-2AED-40BB-9402-ADC33AE71915}" type="presParOf" srcId="{62528738-8E4A-49A3-8C23-01EE61B1DFA5}" destId="{D9CD2B46-B1E7-446A-8AC0-405E86362819}" srcOrd="0" destOrd="0" presId="urn:microsoft.com/office/officeart/2011/layout/HexagonRadial"/>
    <dgm:cxn modelId="{6FE18B03-9E37-4B92-8448-36006CE75BDC}" type="presParOf" srcId="{00842155-AEE5-48B1-9CA0-C7EF431AB292}" destId="{F333453D-2E9B-4D46-B8F3-54DA75C7B130}" srcOrd="10" destOrd="0" presId="urn:microsoft.com/office/officeart/2011/layout/HexagonRadial"/>
    <dgm:cxn modelId="{9936E6D2-A5E2-4C4D-AEBA-E52644247980}" type="presParOf" srcId="{00842155-AEE5-48B1-9CA0-C7EF431AB292}" destId="{2F6ABDD4-BACA-456F-B940-AF91652697FE}" srcOrd="11" destOrd="0" presId="urn:microsoft.com/office/officeart/2011/layout/HexagonRadial"/>
    <dgm:cxn modelId="{5191713E-E07C-446D-B59C-349FEF8FBA6B}" type="presParOf" srcId="{2F6ABDD4-BACA-456F-B940-AF91652697FE}" destId="{4E62F354-5651-4A34-9B09-45A88EEA1FAB}" srcOrd="0" destOrd="0" presId="urn:microsoft.com/office/officeart/2011/layout/HexagonRadial"/>
    <dgm:cxn modelId="{95E3EF1D-558C-4D61-BEE1-A25E054CE0AF}" type="presParOf" srcId="{00842155-AEE5-48B1-9CA0-C7EF431AB292}" destId="{DCA33E01-A555-4B25-84BD-4CFDF513CE01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7B44CD-5E04-4796-BE41-6A5048BB709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0873E45E-E17A-42F2-B3E6-AA30A4C1CCD5}">
      <dgm:prSet custT="1"/>
      <dgm:spPr/>
      <dgm:t>
        <a:bodyPr/>
        <a:lstStyle/>
        <a:p>
          <a:pPr rtl="0"/>
          <a:r>
            <a:rPr lang="es-CO" sz="1600" b="1" dirty="0"/>
            <a:t>DATOS DEL RESPONSABLE</a:t>
          </a:r>
          <a:endParaRPr lang="es-CO" sz="1600" dirty="0"/>
        </a:p>
      </dgm:t>
    </dgm:pt>
    <dgm:pt modelId="{5FDF26BF-93BF-4903-99CE-900A9331EF98}" type="parTrans" cxnId="{FEE312D1-F341-4732-A476-0151C738C5BA}">
      <dgm:prSet/>
      <dgm:spPr/>
      <dgm:t>
        <a:bodyPr/>
        <a:lstStyle/>
        <a:p>
          <a:endParaRPr lang="es-CO"/>
        </a:p>
      </dgm:t>
    </dgm:pt>
    <dgm:pt modelId="{5A33ED05-3C47-4A84-B6C5-A145B9EEC13E}" type="sibTrans" cxnId="{FEE312D1-F341-4732-A476-0151C738C5BA}">
      <dgm:prSet/>
      <dgm:spPr/>
      <dgm:t>
        <a:bodyPr/>
        <a:lstStyle/>
        <a:p>
          <a:endParaRPr lang="es-CO"/>
        </a:p>
      </dgm:t>
    </dgm:pt>
    <dgm:pt modelId="{672F4C66-A89D-4F10-8F36-3A8710F6996A}">
      <dgm:prSet custT="1"/>
      <dgm:spPr/>
      <dgm:t>
        <a:bodyPr/>
        <a:lstStyle/>
        <a:p>
          <a:pPr rtl="0"/>
          <a:r>
            <a:rPr lang="es-CO" sz="1600" b="1" dirty="0"/>
            <a:t>PERSONA A LA CUAL DIRIGIRSE EN LA ORGANIZACIÓN</a:t>
          </a:r>
        </a:p>
      </dgm:t>
    </dgm:pt>
    <dgm:pt modelId="{20108C2C-136B-4204-A203-9B770343E703}" type="parTrans" cxnId="{00323FCE-CAFB-4B0D-A7B9-8E42CA06A117}">
      <dgm:prSet/>
      <dgm:spPr/>
      <dgm:t>
        <a:bodyPr/>
        <a:lstStyle/>
        <a:p>
          <a:endParaRPr lang="es-CO"/>
        </a:p>
      </dgm:t>
    </dgm:pt>
    <dgm:pt modelId="{12D9D71A-20B3-4BAE-AF9D-45406B32C84A}" type="sibTrans" cxnId="{00323FCE-CAFB-4B0D-A7B9-8E42CA06A117}">
      <dgm:prSet/>
      <dgm:spPr/>
      <dgm:t>
        <a:bodyPr/>
        <a:lstStyle/>
        <a:p>
          <a:endParaRPr lang="es-CO"/>
        </a:p>
      </dgm:t>
    </dgm:pt>
    <dgm:pt modelId="{8889EDC7-448C-4C16-B872-8E7D555EBB46}">
      <dgm:prSet custT="1"/>
      <dgm:spPr/>
      <dgm:t>
        <a:bodyPr/>
        <a:lstStyle/>
        <a:p>
          <a:pPr rtl="0"/>
          <a:r>
            <a:rPr lang="es-CO" sz="1600" b="1" dirty="0"/>
            <a:t>TRATAMIENTO DE LOS DATOS Y FINALIDAD</a:t>
          </a:r>
        </a:p>
      </dgm:t>
    </dgm:pt>
    <dgm:pt modelId="{01498A08-7205-438B-8515-B1EDF74A7FB7}" type="parTrans" cxnId="{3C05C2DF-5277-42C0-88CD-659DF50B7913}">
      <dgm:prSet/>
      <dgm:spPr/>
      <dgm:t>
        <a:bodyPr/>
        <a:lstStyle/>
        <a:p>
          <a:endParaRPr lang="es-CO"/>
        </a:p>
      </dgm:t>
    </dgm:pt>
    <dgm:pt modelId="{888F9AB2-B977-4C2B-A734-21CF4E0AF4E1}" type="sibTrans" cxnId="{3C05C2DF-5277-42C0-88CD-659DF50B7913}">
      <dgm:prSet/>
      <dgm:spPr/>
      <dgm:t>
        <a:bodyPr/>
        <a:lstStyle/>
        <a:p>
          <a:endParaRPr lang="es-CO"/>
        </a:p>
      </dgm:t>
    </dgm:pt>
    <dgm:pt modelId="{C4BB7716-AA9E-43A6-A847-02290CEECD67}">
      <dgm:prSet custT="1"/>
      <dgm:spPr/>
      <dgm:t>
        <a:bodyPr/>
        <a:lstStyle/>
        <a:p>
          <a:pPr rtl="0"/>
          <a:r>
            <a:rPr lang="es-CO" sz="1600" b="1" dirty="0"/>
            <a:t>DERECHOS DE LOS TITULARES Y PROCEDIMIENTO PARA EJERCERLOS</a:t>
          </a:r>
        </a:p>
      </dgm:t>
    </dgm:pt>
    <dgm:pt modelId="{D4CBADC9-372A-44BE-BA27-B6BC4F4F167D}" type="parTrans" cxnId="{8C333E3E-248D-4A56-9619-E8FE352EAAA5}">
      <dgm:prSet/>
      <dgm:spPr/>
      <dgm:t>
        <a:bodyPr/>
        <a:lstStyle/>
        <a:p>
          <a:endParaRPr lang="es-CO"/>
        </a:p>
      </dgm:t>
    </dgm:pt>
    <dgm:pt modelId="{91C43BB8-1A07-44E1-BC1D-028BA4B2875D}" type="sibTrans" cxnId="{8C333E3E-248D-4A56-9619-E8FE352EAAA5}">
      <dgm:prSet/>
      <dgm:spPr/>
      <dgm:t>
        <a:bodyPr/>
        <a:lstStyle/>
        <a:p>
          <a:endParaRPr lang="es-CO"/>
        </a:p>
      </dgm:t>
    </dgm:pt>
    <dgm:pt modelId="{B4F565A0-E59F-4E21-9E42-EEF67B6F4FD1}">
      <dgm:prSet custT="1"/>
      <dgm:spPr/>
      <dgm:t>
        <a:bodyPr/>
        <a:lstStyle/>
        <a:p>
          <a:pPr rtl="0"/>
          <a:r>
            <a:rPr lang="es-CO" sz="1600" b="1" dirty="0"/>
            <a:t>FECHA ENTRADA EN VIGENCIA DE LA POLÍTICA  Y VIGENCIA DELA BASE DE DATOS</a:t>
          </a:r>
        </a:p>
      </dgm:t>
    </dgm:pt>
    <dgm:pt modelId="{86402824-71AC-412C-90E2-AED744F81D41}" type="parTrans" cxnId="{821D1346-138C-4030-AAB6-5D8A48CE3013}">
      <dgm:prSet/>
      <dgm:spPr/>
      <dgm:t>
        <a:bodyPr/>
        <a:lstStyle/>
        <a:p>
          <a:endParaRPr lang="es-CO"/>
        </a:p>
      </dgm:t>
    </dgm:pt>
    <dgm:pt modelId="{7C83B88F-036A-4D64-B82A-BF0F227F4D7D}" type="sibTrans" cxnId="{821D1346-138C-4030-AAB6-5D8A48CE3013}">
      <dgm:prSet/>
      <dgm:spPr/>
      <dgm:t>
        <a:bodyPr/>
        <a:lstStyle/>
        <a:p>
          <a:endParaRPr lang="es-CO"/>
        </a:p>
      </dgm:t>
    </dgm:pt>
    <dgm:pt modelId="{F65C75A0-EDBE-4D5A-9A7E-CC7704DC2586}" type="pres">
      <dgm:prSet presAssocID="{887B44CD-5E04-4796-BE41-6A5048BB7094}" presName="linear" presStyleCnt="0">
        <dgm:presLayoutVars>
          <dgm:dir/>
          <dgm:animLvl val="lvl"/>
          <dgm:resizeHandles val="exact"/>
        </dgm:presLayoutVars>
      </dgm:prSet>
      <dgm:spPr/>
    </dgm:pt>
    <dgm:pt modelId="{5890635F-BA8F-4BC8-9282-2BBFEFA527AD}" type="pres">
      <dgm:prSet presAssocID="{0873E45E-E17A-42F2-B3E6-AA30A4C1CCD5}" presName="parentLin" presStyleCnt="0"/>
      <dgm:spPr/>
    </dgm:pt>
    <dgm:pt modelId="{B79A453D-DA0C-4EDE-A6B8-DD1A763FFCA1}" type="pres">
      <dgm:prSet presAssocID="{0873E45E-E17A-42F2-B3E6-AA30A4C1CCD5}" presName="parentLeftMargin" presStyleLbl="node1" presStyleIdx="0" presStyleCnt="5"/>
      <dgm:spPr/>
    </dgm:pt>
    <dgm:pt modelId="{02DEDD77-9370-4764-AF52-3AF9C4DD8A5E}" type="pres">
      <dgm:prSet presAssocID="{0873E45E-E17A-42F2-B3E6-AA30A4C1CCD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4320797-B161-45D1-AF6B-03133DFC3753}" type="pres">
      <dgm:prSet presAssocID="{0873E45E-E17A-42F2-B3E6-AA30A4C1CCD5}" presName="negativeSpace" presStyleCnt="0"/>
      <dgm:spPr/>
    </dgm:pt>
    <dgm:pt modelId="{B9020669-8DEC-4FC1-B453-79D571E33F42}" type="pres">
      <dgm:prSet presAssocID="{0873E45E-E17A-42F2-B3E6-AA30A4C1CCD5}" presName="childText" presStyleLbl="conFgAcc1" presStyleIdx="0" presStyleCnt="5">
        <dgm:presLayoutVars>
          <dgm:bulletEnabled val="1"/>
        </dgm:presLayoutVars>
      </dgm:prSet>
      <dgm:spPr/>
    </dgm:pt>
    <dgm:pt modelId="{74A1D306-2E9C-4875-979D-EEE7738252A4}" type="pres">
      <dgm:prSet presAssocID="{5A33ED05-3C47-4A84-B6C5-A145B9EEC13E}" presName="spaceBetweenRectangles" presStyleCnt="0"/>
      <dgm:spPr/>
    </dgm:pt>
    <dgm:pt modelId="{AB346D50-09E3-42F9-91DF-4F39CB42C4DA}" type="pres">
      <dgm:prSet presAssocID="{8889EDC7-448C-4C16-B872-8E7D555EBB46}" presName="parentLin" presStyleCnt="0"/>
      <dgm:spPr/>
    </dgm:pt>
    <dgm:pt modelId="{CD327FC6-A585-437B-B90E-9C121C6527EA}" type="pres">
      <dgm:prSet presAssocID="{8889EDC7-448C-4C16-B872-8E7D555EBB46}" presName="parentLeftMargin" presStyleLbl="node1" presStyleIdx="0" presStyleCnt="5"/>
      <dgm:spPr/>
    </dgm:pt>
    <dgm:pt modelId="{6DE17EA5-847D-45F0-8DDA-973550ED8B5F}" type="pres">
      <dgm:prSet presAssocID="{8889EDC7-448C-4C16-B872-8E7D555EBB4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C0CCB14-8148-459F-A0E1-50BB5FC179A0}" type="pres">
      <dgm:prSet presAssocID="{8889EDC7-448C-4C16-B872-8E7D555EBB46}" presName="negativeSpace" presStyleCnt="0"/>
      <dgm:spPr/>
    </dgm:pt>
    <dgm:pt modelId="{E9620BFE-ABE8-42FA-AF0E-226D987EC7B0}" type="pres">
      <dgm:prSet presAssocID="{8889EDC7-448C-4C16-B872-8E7D555EBB46}" presName="childText" presStyleLbl="conFgAcc1" presStyleIdx="1" presStyleCnt="5">
        <dgm:presLayoutVars>
          <dgm:bulletEnabled val="1"/>
        </dgm:presLayoutVars>
      </dgm:prSet>
      <dgm:spPr/>
    </dgm:pt>
    <dgm:pt modelId="{FD55BB32-FE52-49C9-98A6-E36A01F5A2C4}" type="pres">
      <dgm:prSet presAssocID="{888F9AB2-B977-4C2B-A734-21CF4E0AF4E1}" presName="spaceBetweenRectangles" presStyleCnt="0"/>
      <dgm:spPr/>
    </dgm:pt>
    <dgm:pt modelId="{29849A4D-5A1B-45C2-8D07-A89285002F28}" type="pres">
      <dgm:prSet presAssocID="{C4BB7716-AA9E-43A6-A847-02290CEECD67}" presName="parentLin" presStyleCnt="0"/>
      <dgm:spPr/>
    </dgm:pt>
    <dgm:pt modelId="{A24101B6-9AC2-41A2-B479-F4321A68BDE2}" type="pres">
      <dgm:prSet presAssocID="{C4BB7716-AA9E-43A6-A847-02290CEECD67}" presName="parentLeftMargin" presStyleLbl="node1" presStyleIdx="1" presStyleCnt="5"/>
      <dgm:spPr/>
    </dgm:pt>
    <dgm:pt modelId="{2809F1C1-F77F-492C-8942-6502CE3F0A0F}" type="pres">
      <dgm:prSet presAssocID="{C4BB7716-AA9E-43A6-A847-02290CEECD6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30B37FC-5531-4B29-9096-B3E1F5130FA0}" type="pres">
      <dgm:prSet presAssocID="{C4BB7716-AA9E-43A6-A847-02290CEECD67}" presName="negativeSpace" presStyleCnt="0"/>
      <dgm:spPr/>
    </dgm:pt>
    <dgm:pt modelId="{36D176A7-A68F-4361-9565-D58C97BEF546}" type="pres">
      <dgm:prSet presAssocID="{C4BB7716-AA9E-43A6-A847-02290CEECD67}" presName="childText" presStyleLbl="conFgAcc1" presStyleIdx="2" presStyleCnt="5">
        <dgm:presLayoutVars>
          <dgm:bulletEnabled val="1"/>
        </dgm:presLayoutVars>
      </dgm:prSet>
      <dgm:spPr/>
    </dgm:pt>
    <dgm:pt modelId="{DDB50343-F8BE-4D0E-BC99-E59A768CFC11}" type="pres">
      <dgm:prSet presAssocID="{91C43BB8-1A07-44E1-BC1D-028BA4B2875D}" presName="spaceBetweenRectangles" presStyleCnt="0"/>
      <dgm:spPr/>
    </dgm:pt>
    <dgm:pt modelId="{BCB1EAF9-9AEA-4538-8C63-4FF3571E3F8E}" type="pres">
      <dgm:prSet presAssocID="{672F4C66-A89D-4F10-8F36-3A8710F6996A}" presName="parentLin" presStyleCnt="0"/>
      <dgm:spPr/>
    </dgm:pt>
    <dgm:pt modelId="{8BE10ABA-60E6-4B06-8EC2-5B25FF1D2CE1}" type="pres">
      <dgm:prSet presAssocID="{672F4C66-A89D-4F10-8F36-3A8710F6996A}" presName="parentLeftMargin" presStyleLbl="node1" presStyleIdx="2" presStyleCnt="5"/>
      <dgm:spPr/>
    </dgm:pt>
    <dgm:pt modelId="{1EAD69B8-57F0-4BD1-A751-7D7A98DFFAF2}" type="pres">
      <dgm:prSet presAssocID="{672F4C66-A89D-4F10-8F36-3A8710F6996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FA59799-248B-4C03-BDC8-DD5788C3CB44}" type="pres">
      <dgm:prSet presAssocID="{672F4C66-A89D-4F10-8F36-3A8710F6996A}" presName="negativeSpace" presStyleCnt="0"/>
      <dgm:spPr/>
    </dgm:pt>
    <dgm:pt modelId="{354BCCAA-2EF3-408A-AAEE-0C5AF86CBAC2}" type="pres">
      <dgm:prSet presAssocID="{672F4C66-A89D-4F10-8F36-3A8710F6996A}" presName="childText" presStyleLbl="conFgAcc1" presStyleIdx="3" presStyleCnt="5">
        <dgm:presLayoutVars>
          <dgm:bulletEnabled val="1"/>
        </dgm:presLayoutVars>
      </dgm:prSet>
      <dgm:spPr/>
    </dgm:pt>
    <dgm:pt modelId="{0F560B1B-97A0-4E03-9D56-5CD01C5C1587}" type="pres">
      <dgm:prSet presAssocID="{12D9D71A-20B3-4BAE-AF9D-45406B32C84A}" presName="spaceBetweenRectangles" presStyleCnt="0"/>
      <dgm:spPr/>
    </dgm:pt>
    <dgm:pt modelId="{6B8683FC-16E2-4C35-AA8F-535F83C3E01F}" type="pres">
      <dgm:prSet presAssocID="{B4F565A0-E59F-4E21-9E42-EEF67B6F4FD1}" presName="parentLin" presStyleCnt="0"/>
      <dgm:spPr/>
    </dgm:pt>
    <dgm:pt modelId="{069D8841-B3A5-433E-BC95-6537497B6364}" type="pres">
      <dgm:prSet presAssocID="{B4F565A0-E59F-4E21-9E42-EEF67B6F4FD1}" presName="parentLeftMargin" presStyleLbl="node1" presStyleIdx="3" presStyleCnt="5"/>
      <dgm:spPr/>
    </dgm:pt>
    <dgm:pt modelId="{86BC8F9D-817F-4B13-8C35-6BDA0FD6B226}" type="pres">
      <dgm:prSet presAssocID="{B4F565A0-E59F-4E21-9E42-EEF67B6F4FD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5A56E3B-9132-429E-8144-972384625E39}" type="pres">
      <dgm:prSet presAssocID="{B4F565A0-E59F-4E21-9E42-EEF67B6F4FD1}" presName="negativeSpace" presStyleCnt="0"/>
      <dgm:spPr/>
    </dgm:pt>
    <dgm:pt modelId="{D8844233-5296-43E1-83F6-F647CD902BC5}" type="pres">
      <dgm:prSet presAssocID="{B4F565A0-E59F-4E21-9E42-EEF67B6F4FD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3514A0D-7348-4FEC-96BF-8348EBE20960}" type="presOf" srcId="{887B44CD-5E04-4796-BE41-6A5048BB7094}" destId="{F65C75A0-EDBE-4D5A-9A7E-CC7704DC2586}" srcOrd="0" destOrd="0" presId="urn:microsoft.com/office/officeart/2005/8/layout/list1"/>
    <dgm:cxn modelId="{E1887313-956C-40F1-8065-3838D7E5FE3F}" type="presOf" srcId="{8889EDC7-448C-4C16-B872-8E7D555EBB46}" destId="{CD327FC6-A585-437B-B90E-9C121C6527EA}" srcOrd="0" destOrd="0" presId="urn:microsoft.com/office/officeart/2005/8/layout/list1"/>
    <dgm:cxn modelId="{C5120314-790A-44BD-B12D-CAB01EF57C65}" type="presOf" srcId="{8889EDC7-448C-4C16-B872-8E7D555EBB46}" destId="{6DE17EA5-847D-45F0-8DDA-973550ED8B5F}" srcOrd="1" destOrd="0" presId="urn:microsoft.com/office/officeart/2005/8/layout/list1"/>
    <dgm:cxn modelId="{24A5E519-9188-4E03-9344-AF50BAFAA1E0}" type="presOf" srcId="{C4BB7716-AA9E-43A6-A847-02290CEECD67}" destId="{2809F1C1-F77F-492C-8942-6502CE3F0A0F}" srcOrd="1" destOrd="0" presId="urn:microsoft.com/office/officeart/2005/8/layout/list1"/>
    <dgm:cxn modelId="{16D81B1A-7301-4516-9BBF-48440D091350}" type="presOf" srcId="{0873E45E-E17A-42F2-B3E6-AA30A4C1CCD5}" destId="{B79A453D-DA0C-4EDE-A6B8-DD1A763FFCA1}" srcOrd="0" destOrd="0" presId="urn:microsoft.com/office/officeart/2005/8/layout/list1"/>
    <dgm:cxn modelId="{8C333E3E-248D-4A56-9619-E8FE352EAAA5}" srcId="{887B44CD-5E04-4796-BE41-6A5048BB7094}" destId="{C4BB7716-AA9E-43A6-A847-02290CEECD67}" srcOrd="2" destOrd="0" parTransId="{D4CBADC9-372A-44BE-BA27-B6BC4F4F167D}" sibTransId="{91C43BB8-1A07-44E1-BC1D-028BA4B2875D}"/>
    <dgm:cxn modelId="{CBEE8465-C1FC-4F8C-9741-2959DE2CC5B1}" type="presOf" srcId="{B4F565A0-E59F-4E21-9E42-EEF67B6F4FD1}" destId="{069D8841-B3A5-433E-BC95-6537497B6364}" srcOrd="0" destOrd="0" presId="urn:microsoft.com/office/officeart/2005/8/layout/list1"/>
    <dgm:cxn modelId="{821D1346-138C-4030-AAB6-5D8A48CE3013}" srcId="{887B44CD-5E04-4796-BE41-6A5048BB7094}" destId="{B4F565A0-E59F-4E21-9E42-EEF67B6F4FD1}" srcOrd="4" destOrd="0" parTransId="{86402824-71AC-412C-90E2-AED744F81D41}" sibTransId="{7C83B88F-036A-4D64-B82A-BF0F227F4D7D}"/>
    <dgm:cxn modelId="{3862604A-D9D6-417B-9CFC-85D830A1EDD5}" type="presOf" srcId="{C4BB7716-AA9E-43A6-A847-02290CEECD67}" destId="{A24101B6-9AC2-41A2-B479-F4321A68BDE2}" srcOrd="0" destOrd="0" presId="urn:microsoft.com/office/officeart/2005/8/layout/list1"/>
    <dgm:cxn modelId="{1F52097E-54B1-4141-88A6-D3D1DCC30663}" type="presOf" srcId="{672F4C66-A89D-4F10-8F36-3A8710F6996A}" destId="{1EAD69B8-57F0-4BD1-A751-7D7A98DFFAF2}" srcOrd="1" destOrd="0" presId="urn:microsoft.com/office/officeart/2005/8/layout/list1"/>
    <dgm:cxn modelId="{5E3579A4-8C1F-4476-B64B-7E720BA57448}" type="presOf" srcId="{672F4C66-A89D-4F10-8F36-3A8710F6996A}" destId="{8BE10ABA-60E6-4B06-8EC2-5B25FF1D2CE1}" srcOrd="0" destOrd="0" presId="urn:microsoft.com/office/officeart/2005/8/layout/list1"/>
    <dgm:cxn modelId="{B6C106B0-F172-440F-80D5-A9C958E57F67}" type="presOf" srcId="{0873E45E-E17A-42F2-B3E6-AA30A4C1CCD5}" destId="{02DEDD77-9370-4764-AF52-3AF9C4DD8A5E}" srcOrd="1" destOrd="0" presId="urn:microsoft.com/office/officeart/2005/8/layout/list1"/>
    <dgm:cxn modelId="{398111BD-47ED-4C38-9959-720C1328CEE0}" type="presOf" srcId="{B4F565A0-E59F-4E21-9E42-EEF67B6F4FD1}" destId="{86BC8F9D-817F-4B13-8C35-6BDA0FD6B226}" srcOrd="1" destOrd="0" presId="urn:microsoft.com/office/officeart/2005/8/layout/list1"/>
    <dgm:cxn modelId="{00323FCE-CAFB-4B0D-A7B9-8E42CA06A117}" srcId="{887B44CD-5E04-4796-BE41-6A5048BB7094}" destId="{672F4C66-A89D-4F10-8F36-3A8710F6996A}" srcOrd="3" destOrd="0" parTransId="{20108C2C-136B-4204-A203-9B770343E703}" sibTransId="{12D9D71A-20B3-4BAE-AF9D-45406B32C84A}"/>
    <dgm:cxn modelId="{FEE312D1-F341-4732-A476-0151C738C5BA}" srcId="{887B44CD-5E04-4796-BE41-6A5048BB7094}" destId="{0873E45E-E17A-42F2-B3E6-AA30A4C1CCD5}" srcOrd="0" destOrd="0" parTransId="{5FDF26BF-93BF-4903-99CE-900A9331EF98}" sibTransId="{5A33ED05-3C47-4A84-B6C5-A145B9EEC13E}"/>
    <dgm:cxn modelId="{3C05C2DF-5277-42C0-88CD-659DF50B7913}" srcId="{887B44CD-5E04-4796-BE41-6A5048BB7094}" destId="{8889EDC7-448C-4C16-B872-8E7D555EBB46}" srcOrd="1" destOrd="0" parTransId="{01498A08-7205-438B-8515-B1EDF74A7FB7}" sibTransId="{888F9AB2-B977-4C2B-A734-21CF4E0AF4E1}"/>
    <dgm:cxn modelId="{7B72F2B9-46BC-4EFC-8D9D-11DFC7A97ED1}" type="presParOf" srcId="{F65C75A0-EDBE-4D5A-9A7E-CC7704DC2586}" destId="{5890635F-BA8F-4BC8-9282-2BBFEFA527AD}" srcOrd="0" destOrd="0" presId="urn:microsoft.com/office/officeart/2005/8/layout/list1"/>
    <dgm:cxn modelId="{F7F49190-6BCB-4641-A6CD-DA58A3AD9073}" type="presParOf" srcId="{5890635F-BA8F-4BC8-9282-2BBFEFA527AD}" destId="{B79A453D-DA0C-4EDE-A6B8-DD1A763FFCA1}" srcOrd="0" destOrd="0" presId="urn:microsoft.com/office/officeart/2005/8/layout/list1"/>
    <dgm:cxn modelId="{B5D61628-28FB-406C-93C1-65647AE78171}" type="presParOf" srcId="{5890635F-BA8F-4BC8-9282-2BBFEFA527AD}" destId="{02DEDD77-9370-4764-AF52-3AF9C4DD8A5E}" srcOrd="1" destOrd="0" presId="urn:microsoft.com/office/officeart/2005/8/layout/list1"/>
    <dgm:cxn modelId="{FDD35355-1857-41F6-9785-339E3F1B5BE1}" type="presParOf" srcId="{F65C75A0-EDBE-4D5A-9A7E-CC7704DC2586}" destId="{24320797-B161-45D1-AF6B-03133DFC3753}" srcOrd="1" destOrd="0" presId="urn:microsoft.com/office/officeart/2005/8/layout/list1"/>
    <dgm:cxn modelId="{D07E876C-EF72-43CA-9294-B0E2611BAB02}" type="presParOf" srcId="{F65C75A0-EDBE-4D5A-9A7E-CC7704DC2586}" destId="{B9020669-8DEC-4FC1-B453-79D571E33F42}" srcOrd="2" destOrd="0" presId="urn:microsoft.com/office/officeart/2005/8/layout/list1"/>
    <dgm:cxn modelId="{2EDA2924-3233-4697-8EFD-1218B1414B2F}" type="presParOf" srcId="{F65C75A0-EDBE-4D5A-9A7E-CC7704DC2586}" destId="{74A1D306-2E9C-4875-979D-EEE7738252A4}" srcOrd="3" destOrd="0" presId="urn:microsoft.com/office/officeart/2005/8/layout/list1"/>
    <dgm:cxn modelId="{78F98381-66A0-46D9-B744-F41A52F98C4B}" type="presParOf" srcId="{F65C75A0-EDBE-4D5A-9A7E-CC7704DC2586}" destId="{AB346D50-09E3-42F9-91DF-4F39CB42C4DA}" srcOrd="4" destOrd="0" presId="urn:microsoft.com/office/officeart/2005/8/layout/list1"/>
    <dgm:cxn modelId="{CFA40760-3256-43B7-BE56-E340E1789A98}" type="presParOf" srcId="{AB346D50-09E3-42F9-91DF-4F39CB42C4DA}" destId="{CD327FC6-A585-437B-B90E-9C121C6527EA}" srcOrd="0" destOrd="0" presId="urn:microsoft.com/office/officeart/2005/8/layout/list1"/>
    <dgm:cxn modelId="{FE74FFBE-D56B-44A3-A3F4-390AA17DC5BC}" type="presParOf" srcId="{AB346D50-09E3-42F9-91DF-4F39CB42C4DA}" destId="{6DE17EA5-847D-45F0-8DDA-973550ED8B5F}" srcOrd="1" destOrd="0" presId="urn:microsoft.com/office/officeart/2005/8/layout/list1"/>
    <dgm:cxn modelId="{EEEA64F0-D44C-436C-9D77-BD09DFDACF7A}" type="presParOf" srcId="{F65C75A0-EDBE-4D5A-9A7E-CC7704DC2586}" destId="{5C0CCB14-8148-459F-A0E1-50BB5FC179A0}" srcOrd="5" destOrd="0" presId="urn:microsoft.com/office/officeart/2005/8/layout/list1"/>
    <dgm:cxn modelId="{F7D689F1-3AB9-458D-88FF-64B1F2BDB593}" type="presParOf" srcId="{F65C75A0-EDBE-4D5A-9A7E-CC7704DC2586}" destId="{E9620BFE-ABE8-42FA-AF0E-226D987EC7B0}" srcOrd="6" destOrd="0" presId="urn:microsoft.com/office/officeart/2005/8/layout/list1"/>
    <dgm:cxn modelId="{4569AF6F-BC80-4200-901B-E9E626F6481E}" type="presParOf" srcId="{F65C75A0-EDBE-4D5A-9A7E-CC7704DC2586}" destId="{FD55BB32-FE52-49C9-98A6-E36A01F5A2C4}" srcOrd="7" destOrd="0" presId="urn:microsoft.com/office/officeart/2005/8/layout/list1"/>
    <dgm:cxn modelId="{BD3E254D-D34C-462E-96D7-907CC948917B}" type="presParOf" srcId="{F65C75A0-EDBE-4D5A-9A7E-CC7704DC2586}" destId="{29849A4D-5A1B-45C2-8D07-A89285002F28}" srcOrd="8" destOrd="0" presId="urn:microsoft.com/office/officeart/2005/8/layout/list1"/>
    <dgm:cxn modelId="{AA5344F0-7D54-4AFB-8E53-3F2A18D3A2FA}" type="presParOf" srcId="{29849A4D-5A1B-45C2-8D07-A89285002F28}" destId="{A24101B6-9AC2-41A2-B479-F4321A68BDE2}" srcOrd="0" destOrd="0" presId="urn:microsoft.com/office/officeart/2005/8/layout/list1"/>
    <dgm:cxn modelId="{2742992B-F095-4516-80A3-72B20797FA29}" type="presParOf" srcId="{29849A4D-5A1B-45C2-8D07-A89285002F28}" destId="{2809F1C1-F77F-492C-8942-6502CE3F0A0F}" srcOrd="1" destOrd="0" presId="urn:microsoft.com/office/officeart/2005/8/layout/list1"/>
    <dgm:cxn modelId="{5B99CAB7-9FA6-47F1-8A5A-929B1CDEE695}" type="presParOf" srcId="{F65C75A0-EDBE-4D5A-9A7E-CC7704DC2586}" destId="{530B37FC-5531-4B29-9096-B3E1F5130FA0}" srcOrd="9" destOrd="0" presId="urn:microsoft.com/office/officeart/2005/8/layout/list1"/>
    <dgm:cxn modelId="{D6DD3C07-B96B-4CBC-89E6-99457A7EFA58}" type="presParOf" srcId="{F65C75A0-EDBE-4D5A-9A7E-CC7704DC2586}" destId="{36D176A7-A68F-4361-9565-D58C97BEF546}" srcOrd="10" destOrd="0" presId="urn:microsoft.com/office/officeart/2005/8/layout/list1"/>
    <dgm:cxn modelId="{8BC80288-ADDA-43D9-85FA-517EC3C8AFF6}" type="presParOf" srcId="{F65C75A0-EDBE-4D5A-9A7E-CC7704DC2586}" destId="{DDB50343-F8BE-4D0E-BC99-E59A768CFC11}" srcOrd="11" destOrd="0" presId="urn:microsoft.com/office/officeart/2005/8/layout/list1"/>
    <dgm:cxn modelId="{E2DB14E9-F2F1-41B9-811E-B143332A12F4}" type="presParOf" srcId="{F65C75A0-EDBE-4D5A-9A7E-CC7704DC2586}" destId="{BCB1EAF9-9AEA-4538-8C63-4FF3571E3F8E}" srcOrd="12" destOrd="0" presId="urn:microsoft.com/office/officeart/2005/8/layout/list1"/>
    <dgm:cxn modelId="{5C70F9DE-BC4F-4617-8D69-852E833B154B}" type="presParOf" srcId="{BCB1EAF9-9AEA-4538-8C63-4FF3571E3F8E}" destId="{8BE10ABA-60E6-4B06-8EC2-5B25FF1D2CE1}" srcOrd="0" destOrd="0" presId="urn:microsoft.com/office/officeart/2005/8/layout/list1"/>
    <dgm:cxn modelId="{7CCF6EAA-8144-4C9C-BA13-5F0AB4B037C8}" type="presParOf" srcId="{BCB1EAF9-9AEA-4538-8C63-4FF3571E3F8E}" destId="{1EAD69B8-57F0-4BD1-A751-7D7A98DFFAF2}" srcOrd="1" destOrd="0" presId="urn:microsoft.com/office/officeart/2005/8/layout/list1"/>
    <dgm:cxn modelId="{38E308A5-A315-450B-9F4E-24233A004844}" type="presParOf" srcId="{F65C75A0-EDBE-4D5A-9A7E-CC7704DC2586}" destId="{6FA59799-248B-4C03-BDC8-DD5788C3CB44}" srcOrd="13" destOrd="0" presId="urn:microsoft.com/office/officeart/2005/8/layout/list1"/>
    <dgm:cxn modelId="{FC421999-0F03-42AE-A287-F4C0510E35ED}" type="presParOf" srcId="{F65C75A0-EDBE-4D5A-9A7E-CC7704DC2586}" destId="{354BCCAA-2EF3-408A-AAEE-0C5AF86CBAC2}" srcOrd="14" destOrd="0" presId="urn:microsoft.com/office/officeart/2005/8/layout/list1"/>
    <dgm:cxn modelId="{D6B96C29-7C6F-42FE-A7D6-FCB81E1A1AC5}" type="presParOf" srcId="{F65C75A0-EDBE-4D5A-9A7E-CC7704DC2586}" destId="{0F560B1B-97A0-4E03-9D56-5CD01C5C1587}" srcOrd="15" destOrd="0" presId="urn:microsoft.com/office/officeart/2005/8/layout/list1"/>
    <dgm:cxn modelId="{3D14FC83-AADA-4465-A41E-9CB97CA65F10}" type="presParOf" srcId="{F65C75A0-EDBE-4D5A-9A7E-CC7704DC2586}" destId="{6B8683FC-16E2-4C35-AA8F-535F83C3E01F}" srcOrd="16" destOrd="0" presId="urn:microsoft.com/office/officeart/2005/8/layout/list1"/>
    <dgm:cxn modelId="{2B0A8761-05F6-4A8F-9E6D-E4867DAD60A1}" type="presParOf" srcId="{6B8683FC-16E2-4C35-AA8F-535F83C3E01F}" destId="{069D8841-B3A5-433E-BC95-6537497B6364}" srcOrd="0" destOrd="0" presId="urn:microsoft.com/office/officeart/2005/8/layout/list1"/>
    <dgm:cxn modelId="{51870F54-92AB-4E4E-99C8-9ED54EE1F250}" type="presParOf" srcId="{6B8683FC-16E2-4C35-AA8F-535F83C3E01F}" destId="{86BC8F9D-817F-4B13-8C35-6BDA0FD6B226}" srcOrd="1" destOrd="0" presId="urn:microsoft.com/office/officeart/2005/8/layout/list1"/>
    <dgm:cxn modelId="{A0D8034E-F4D3-44FD-8926-45FF3708657D}" type="presParOf" srcId="{F65C75A0-EDBE-4D5A-9A7E-CC7704DC2586}" destId="{95A56E3B-9132-429E-8144-972384625E39}" srcOrd="17" destOrd="0" presId="urn:microsoft.com/office/officeart/2005/8/layout/list1"/>
    <dgm:cxn modelId="{B739A25F-BE52-4286-8102-AB7FE96F7C06}" type="presParOf" srcId="{F65C75A0-EDBE-4D5A-9A7E-CC7704DC2586}" destId="{D8844233-5296-43E1-83F6-F647CD902BC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B0837E-B369-45C3-B685-4D17A4A6EEE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A722EBE6-12E2-4D11-BABA-DBC70DEC788C}">
      <dgm:prSet custT="1"/>
      <dgm:spPr>
        <a:solidFill>
          <a:srgbClr val="F78B15"/>
        </a:solidFill>
      </dgm:spPr>
      <dgm:t>
        <a:bodyPr anchor="ctr"/>
        <a:lstStyle/>
        <a:p>
          <a:pPr algn="ctr" rtl="0"/>
          <a:r>
            <a:rPr lang="es-CO" sz="2200" dirty="0"/>
            <a:t>Datos de contacto del Responsable</a:t>
          </a:r>
        </a:p>
      </dgm:t>
    </dgm:pt>
    <dgm:pt modelId="{B3AC7BE1-A10E-4762-8181-C2E74A71DC8C}" type="parTrans" cxnId="{E4BD206A-36E9-40AB-BBD5-44443506F0DB}">
      <dgm:prSet/>
      <dgm:spPr/>
      <dgm:t>
        <a:bodyPr/>
        <a:lstStyle/>
        <a:p>
          <a:endParaRPr lang="es-CO"/>
        </a:p>
      </dgm:t>
    </dgm:pt>
    <dgm:pt modelId="{7651B6B6-44A5-4257-98FD-1A9D76A5103F}" type="sibTrans" cxnId="{E4BD206A-36E9-40AB-BBD5-44443506F0DB}">
      <dgm:prSet/>
      <dgm:spPr/>
      <dgm:t>
        <a:bodyPr/>
        <a:lstStyle/>
        <a:p>
          <a:endParaRPr lang="es-CO"/>
        </a:p>
      </dgm:t>
    </dgm:pt>
    <dgm:pt modelId="{C1DDCD69-D57F-422C-B869-C9C279C5FAA2}">
      <dgm:prSet custT="1"/>
      <dgm:spPr>
        <a:solidFill>
          <a:srgbClr val="00B0F0"/>
        </a:solidFill>
      </dgm:spPr>
      <dgm:t>
        <a:bodyPr anchor="ctr"/>
        <a:lstStyle/>
        <a:p>
          <a:pPr rtl="0"/>
          <a:r>
            <a:rPr lang="es-MX" sz="2200" dirty="0"/>
            <a:t>Finalidad del tratamiento de los datos</a:t>
          </a:r>
          <a:endParaRPr lang="es-CO" sz="2200" dirty="0"/>
        </a:p>
      </dgm:t>
    </dgm:pt>
    <dgm:pt modelId="{3DEA47F9-8F13-4065-B908-982362AF33D3}" type="parTrans" cxnId="{91CB87B4-2668-40D2-8EB4-B96305133ACF}">
      <dgm:prSet/>
      <dgm:spPr/>
      <dgm:t>
        <a:bodyPr/>
        <a:lstStyle/>
        <a:p>
          <a:endParaRPr lang="es-CO"/>
        </a:p>
      </dgm:t>
    </dgm:pt>
    <dgm:pt modelId="{8C056845-316A-4001-947E-809154005E7E}" type="sibTrans" cxnId="{91CB87B4-2668-40D2-8EB4-B96305133ACF}">
      <dgm:prSet/>
      <dgm:spPr/>
      <dgm:t>
        <a:bodyPr/>
        <a:lstStyle/>
        <a:p>
          <a:endParaRPr lang="es-CO"/>
        </a:p>
      </dgm:t>
    </dgm:pt>
    <dgm:pt modelId="{A3E7C3D7-BA50-4A95-95F8-AEDBCDB3C591}">
      <dgm:prSet custT="1"/>
      <dgm:spPr>
        <a:solidFill>
          <a:srgbClr val="86D68A"/>
        </a:solidFill>
      </dgm:spPr>
      <dgm:t>
        <a:bodyPr anchor="ctr"/>
        <a:lstStyle/>
        <a:p>
          <a:pPr marL="0" marR="0" indent="0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2200" dirty="0"/>
            <a:t>Los derechos que le asisten al titular</a:t>
          </a:r>
          <a:endParaRPr lang="es-CO" sz="2200" dirty="0"/>
        </a:p>
      </dgm:t>
    </dgm:pt>
    <dgm:pt modelId="{089047EE-2209-4FED-9D5C-8FA9B2D473DD}" type="parTrans" cxnId="{884D95A3-E629-4BBA-ADE2-4BF601F391FB}">
      <dgm:prSet/>
      <dgm:spPr/>
      <dgm:t>
        <a:bodyPr/>
        <a:lstStyle/>
        <a:p>
          <a:endParaRPr lang="es-CO"/>
        </a:p>
      </dgm:t>
    </dgm:pt>
    <dgm:pt modelId="{647DFC2C-ED1E-49EE-A410-6E08B605053F}" type="sibTrans" cxnId="{884D95A3-E629-4BBA-ADE2-4BF601F391FB}">
      <dgm:prSet/>
      <dgm:spPr/>
      <dgm:t>
        <a:bodyPr/>
        <a:lstStyle/>
        <a:p>
          <a:endParaRPr lang="es-CO"/>
        </a:p>
      </dgm:t>
    </dgm:pt>
    <dgm:pt modelId="{405995EA-A8E8-4EDD-9598-E1E0124F7ED9}">
      <dgm:prSet custT="1"/>
      <dgm:spPr>
        <a:solidFill>
          <a:srgbClr val="FF6699"/>
        </a:solidFill>
      </dgm:spPr>
      <dgm:t>
        <a:bodyPr anchor="ctr"/>
        <a:lstStyle/>
        <a:p>
          <a:pPr marL="0" marR="0" indent="0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2200" dirty="0"/>
            <a:t>Cómo acceder a la política de tratamiento</a:t>
          </a:r>
          <a:endParaRPr lang="es-CO" sz="2200" dirty="0"/>
        </a:p>
      </dgm:t>
    </dgm:pt>
    <dgm:pt modelId="{C3675E07-FA72-4097-825A-30B17D81DF61}" type="parTrans" cxnId="{5AB36FE7-FDD1-4744-8080-A3EEAFBCF89B}">
      <dgm:prSet/>
      <dgm:spPr/>
      <dgm:t>
        <a:bodyPr/>
        <a:lstStyle/>
        <a:p>
          <a:endParaRPr lang="es-CO"/>
        </a:p>
      </dgm:t>
    </dgm:pt>
    <dgm:pt modelId="{83A0376E-DF61-4EF1-89FA-F45F3B0CF32D}" type="sibTrans" cxnId="{5AB36FE7-FDD1-4744-8080-A3EEAFBCF89B}">
      <dgm:prSet/>
      <dgm:spPr/>
      <dgm:t>
        <a:bodyPr/>
        <a:lstStyle/>
        <a:p>
          <a:endParaRPr lang="es-CO"/>
        </a:p>
      </dgm:t>
    </dgm:pt>
    <dgm:pt modelId="{D77E2B02-C3E7-493F-B766-DB468739E214}" type="pres">
      <dgm:prSet presAssocID="{84B0837E-B369-45C3-B685-4D17A4A6EEEE}" presName="matrix" presStyleCnt="0">
        <dgm:presLayoutVars>
          <dgm:chMax val="1"/>
          <dgm:dir/>
          <dgm:resizeHandles val="exact"/>
        </dgm:presLayoutVars>
      </dgm:prSet>
      <dgm:spPr/>
    </dgm:pt>
    <dgm:pt modelId="{E4B0585E-2046-46D8-911D-CFF464756FA7}" type="pres">
      <dgm:prSet presAssocID="{84B0837E-B369-45C3-B685-4D17A4A6EEEE}" presName="diamond" presStyleLbl="bgShp" presStyleIdx="0" presStyleCnt="1"/>
      <dgm:spPr/>
    </dgm:pt>
    <dgm:pt modelId="{431CE40E-170E-48C1-A893-5592B12AAAF9}" type="pres">
      <dgm:prSet presAssocID="{84B0837E-B369-45C3-B685-4D17A4A6EEEE}" presName="quad1" presStyleLbl="node1" presStyleIdx="0" presStyleCnt="4" custScaleX="136778" custLinFactNeighborX="-24463" custLinFactNeighborY="-4462">
        <dgm:presLayoutVars>
          <dgm:chMax val="0"/>
          <dgm:chPref val="0"/>
          <dgm:bulletEnabled val="1"/>
        </dgm:presLayoutVars>
      </dgm:prSet>
      <dgm:spPr/>
    </dgm:pt>
    <dgm:pt modelId="{6EC2F065-E131-436F-8C05-929F6E4C3895}" type="pres">
      <dgm:prSet presAssocID="{84B0837E-B369-45C3-B685-4D17A4A6EEEE}" presName="quad2" presStyleLbl="node1" presStyleIdx="1" presStyleCnt="4" custScaleX="136778" custLinFactNeighborX="23095" custLinFactNeighborY="-4462">
        <dgm:presLayoutVars>
          <dgm:chMax val="0"/>
          <dgm:chPref val="0"/>
          <dgm:bulletEnabled val="1"/>
        </dgm:presLayoutVars>
      </dgm:prSet>
      <dgm:spPr/>
    </dgm:pt>
    <dgm:pt modelId="{17D66B84-262D-491B-92BC-4CF634F9BA15}" type="pres">
      <dgm:prSet presAssocID="{84B0837E-B369-45C3-B685-4D17A4A6EEEE}" presName="quad3" presStyleLbl="node1" presStyleIdx="2" presStyleCnt="4" custScaleX="136778" custLinFactNeighborX="-24871" custLinFactNeighborY="-2719">
        <dgm:presLayoutVars>
          <dgm:chMax val="0"/>
          <dgm:chPref val="0"/>
          <dgm:bulletEnabled val="1"/>
        </dgm:presLayoutVars>
      </dgm:prSet>
      <dgm:spPr/>
    </dgm:pt>
    <dgm:pt modelId="{0623ADBB-3462-4F16-8F41-CFDC74205279}" type="pres">
      <dgm:prSet presAssocID="{84B0837E-B369-45C3-B685-4D17A4A6EEEE}" presName="quad4" presStyleLbl="node1" presStyleIdx="3" presStyleCnt="4" custScaleX="136779" custLinFactNeighborX="23095" custLinFactNeighborY="-2719">
        <dgm:presLayoutVars>
          <dgm:chMax val="0"/>
          <dgm:chPref val="0"/>
          <dgm:bulletEnabled val="1"/>
        </dgm:presLayoutVars>
      </dgm:prSet>
      <dgm:spPr/>
    </dgm:pt>
  </dgm:ptLst>
  <dgm:cxnLst>
    <dgm:cxn modelId="{FA2D202B-C5E0-401C-A94F-7C99CE9652D8}" type="presOf" srcId="{C1DDCD69-D57F-422C-B869-C9C279C5FAA2}" destId="{6EC2F065-E131-436F-8C05-929F6E4C3895}" srcOrd="0" destOrd="0" presId="urn:microsoft.com/office/officeart/2005/8/layout/matrix3"/>
    <dgm:cxn modelId="{E4BD206A-36E9-40AB-BBD5-44443506F0DB}" srcId="{84B0837E-B369-45C3-B685-4D17A4A6EEEE}" destId="{A722EBE6-12E2-4D11-BABA-DBC70DEC788C}" srcOrd="0" destOrd="0" parTransId="{B3AC7BE1-A10E-4762-8181-C2E74A71DC8C}" sibTransId="{7651B6B6-44A5-4257-98FD-1A9D76A5103F}"/>
    <dgm:cxn modelId="{07C38C9A-B806-440C-93FA-107CF023F46E}" type="presOf" srcId="{84B0837E-B369-45C3-B685-4D17A4A6EEEE}" destId="{D77E2B02-C3E7-493F-B766-DB468739E214}" srcOrd="0" destOrd="0" presId="urn:microsoft.com/office/officeart/2005/8/layout/matrix3"/>
    <dgm:cxn modelId="{BB88029D-C0BE-4C83-B638-05EC0E3EB325}" type="presOf" srcId="{405995EA-A8E8-4EDD-9598-E1E0124F7ED9}" destId="{0623ADBB-3462-4F16-8F41-CFDC74205279}" srcOrd="0" destOrd="0" presId="urn:microsoft.com/office/officeart/2005/8/layout/matrix3"/>
    <dgm:cxn modelId="{884D95A3-E629-4BBA-ADE2-4BF601F391FB}" srcId="{84B0837E-B369-45C3-B685-4D17A4A6EEEE}" destId="{A3E7C3D7-BA50-4A95-95F8-AEDBCDB3C591}" srcOrd="2" destOrd="0" parTransId="{089047EE-2209-4FED-9D5C-8FA9B2D473DD}" sibTransId="{647DFC2C-ED1E-49EE-A410-6E08B605053F}"/>
    <dgm:cxn modelId="{91CB87B4-2668-40D2-8EB4-B96305133ACF}" srcId="{84B0837E-B369-45C3-B685-4D17A4A6EEEE}" destId="{C1DDCD69-D57F-422C-B869-C9C279C5FAA2}" srcOrd="1" destOrd="0" parTransId="{3DEA47F9-8F13-4065-B908-982362AF33D3}" sibTransId="{8C056845-316A-4001-947E-809154005E7E}"/>
    <dgm:cxn modelId="{833699C2-1DFA-4AF4-9915-FCD500701C74}" type="presOf" srcId="{A722EBE6-12E2-4D11-BABA-DBC70DEC788C}" destId="{431CE40E-170E-48C1-A893-5592B12AAAF9}" srcOrd="0" destOrd="0" presId="urn:microsoft.com/office/officeart/2005/8/layout/matrix3"/>
    <dgm:cxn modelId="{3E1BB7D6-5B06-42AD-A768-1AB8DB72D114}" type="presOf" srcId="{A3E7C3D7-BA50-4A95-95F8-AEDBCDB3C591}" destId="{17D66B84-262D-491B-92BC-4CF634F9BA15}" srcOrd="0" destOrd="0" presId="urn:microsoft.com/office/officeart/2005/8/layout/matrix3"/>
    <dgm:cxn modelId="{5AB36FE7-FDD1-4744-8080-A3EEAFBCF89B}" srcId="{84B0837E-B369-45C3-B685-4D17A4A6EEEE}" destId="{405995EA-A8E8-4EDD-9598-E1E0124F7ED9}" srcOrd="3" destOrd="0" parTransId="{C3675E07-FA72-4097-825A-30B17D81DF61}" sibTransId="{83A0376E-DF61-4EF1-89FA-F45F3B0CF32D}"/>
    <dgm:cxn modelId="{93FBA761-C4A5-49D0-BE54-D89C68E409B3}" type="presParOf" srcId="{D77E2B02-C3E7-493F-B766-DB468739E214}" destId="{E4B0585E-2046-46D8-911D-CFF464756FA7}" srcOrd="0" destOrd="0" presId="urn:microsoft.com/office/officeart/2005/8/layout/matrix3"/>
    <dgm:cxn modelId="{558297C4-B57B-4CC4-9434-0863E222820C}" type="presParOf" srcId="{D77E2B02-C3E7-493F-B766-DB468739E214}" destId="{431CE40E-170E-48C1-A893-5592B12AAAF9}" srcOrd="1" destOrd="0" presId="urn:microsoft.com/office/officeart/2005/8/layout/matrix3"/>
    <dgm:cxn modelId="{D0D878C9-6318-43A1-9266-343EB8616A71}" type="presParOf" srcId="{D77E2B02-C3E7-493F-B766-DB468739E214}" destId="{6EC2F065-E131-436F-8C05-929F6E4C3895}" srcOrd="2" destOrd="0" presId="urn:microsoft.com/office/officeart/2005/8/layout/matrix3"/>
    <dgm:cxn modelId="{C6461C89-0503-435B-AF11-B057FF0A1CC7}" type="presParOf" srcId="{D77E2B02-C3E7-493F-B766-DB468739E214}" destId="{17D66B84-262D-491B-92BC-4CF634F9BA15}" srcOrd="3" destOrd="0" presId="urn:microsoft.com/office/officeart/2005/8/layout/matrix3"/>
    <dgm:cxn modelId="{73EBB015-0AB8-49C1-8C02-E33BA94EDB25}" type="presParOf" srcId="{D77E2B02-C3E7-493F-B766-DB468739E214}" destId="{0623ADBB-3462-4F16-8F41-CFDC7420527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9D2F74-2E5C-49DE-A02B-AC32B77BD970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6A92685A-74A0-4F1B-BD0C-C6EBB92BD063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s-CO" sz="2000" dirty="0"/>
            <a:t>Política y Aviso</a:t>
          </a:r>
        </a:p>
        <a:p>
          <a:endParaRPr lang="es-CO" sz="2000" dirty="0"/>
        </a:p>
      </dgm:t>
    </dgm:pt>
    <dgm:pt modelId="{A63BAF65-F0F3-4D6C-9CB6-5DC2D8D8CC88}" type="parTrans" cxnId="{0745F11E-9088-4A92-A832-C4886E1EC4AD}">
      <dgm:prSet/>
      <dgm:spPr/>
      <dgm:t>
        <a:bodyPr/>
        <a:lstStyle/>
        <a:p>
          <a:endParaRPr lang="es-CO"/>
        </a:p>
      </dgm:t>
    </dgm:pt>
    <dgm:pt modelId="{A252466F-39D6-4572-B7FC-EA96AEA8B52D}" type="sibTrans" cxnId="{0745F11E-9088-4A92-A832-C4886E1EC4AD}">
      <dgm:prSet/>
      <dgm:spPr/>
      <dgm:t>
        <a:bodyPr/>
        <a:lstStyle/>
        <a:p>
          <a:endParaRPr lang="es-CO"/>
        </a:p>
      </dgm:t>
    </dgm:pt>
    <dgm:pt modelId="{7477AF1E-FC4D-4543-877B-8498DCF5336F}">
      <dgm:prSet phldrT="[Text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CO" sz="2400" dirty="0"/>
            <a:t>Adopción política seguridad de la información y designación del Oficial de protección</a:t>
          </a:r>
        </a:p>
      </dgm:t>
    </dgm:pt>
    <dgm:pt modelId="{650D856B-F640-45FA-8211-6FA8DC043D6D}" type="parTrans" cxnId="{F2032E7B-03DA-4DED-AC6A-AC69860E998E}">
      <dgm:prSet/>
      <dgm:spPr/>
      <dgm:t>
        <a:bodyPr/>
        <a:lstStyle/>
        <a:p>
          <a:endParaRPr lang="es-CO"/>
        </a:p>
      </dgm:t>
    </dgm:pt>
    <dgm:pt modelId="{5B98502D-418C-4837-81DA-D97C6B3AB55F}" type="sibTrans" cxnId="{F2032E7B-03DA-4DED-AC6A-AC69860E998E}">
      <dgm:prSet/>
      <dgm:spPr/>
      <dgm:t>
        <a:bodyPr/>
        <a:lstStyle/>
        <a:p>
          <a:endParaRPr lang="es-CO"/>
        </a:p>
      </dgm:t>
    </dgm:pt>
    <dgm:pt modelId="{28054AB6-40D1-4688-8794-EC17E65D6C05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CO" dirty="0"/>
            <a:t>Levantamiento de procesos</a:t>
          </a:r>
        </a:p>
      </dgm:t>
    </dgm:pt>
    <dgm:pt modelId="{1FD1DE37-784C-4A7E-9304-7ADF9D8421EC}" type="parTrans" cxnId="{EF0F9987-C7D1-4D69-A719-067593E64323}">
      <dgm:prSet/>
      <dgm:spPr/>
      <dgm:t>
        <a:bodyPr/>
        <a:lstStyle/>
        <a:p>
          <a:endParaRPr lang="es-CO"/>
        </a:p>
      </dgm:t>
    </dgm:pt>
    <dgm:pt modelId="{88E1658D-56E7-406C-854A-8DE251D6739B}" type="sibTrans" cxnId="{EF0F9987-C7D1-4D69-A719-067593E64323}">
      <dgm:prSet/>
      <dgm:spPr/>
      <dgm:t>
        <a:bodyPr/>
        <a:lstStyle/>
        <a:p>
          <a:endParaRPr lang="es-CO"/>
        </a:p>
      </dgm:t>
    </dgm:pt>
    <dgm:pt modelId="{C69E9133-B5AF-4443-9874-FC022454DDB8}" type="pres">
      <dgm:prSet presAssocID="{E89D2F74-2E5C-49DE-A02B-AC32B77BD970}" presName="Name0" presStyleCnt="0">
        <dgm:presLayoutVars>
          <dgm:dir/>
          <dgm:animLvl val="lvl"/>
          <dgm:resizeHandles val="exact"/>
        </dgm:presLayoutVars>
      </dgm:prSet>
      <dgm:spPr/>
    </dgm:pt>
    <dgm:pt modelId="{6F7ED5DA-B1BC-4441-A19D-919D016BDFE9}" type="pres">
      <dgm:prSet presAssocID="{6A92685A-74A0-4F1B-BD0C-C6EBB92BD063}" presName="Name8" presStyleCnt="0"/>
      <dgm:spPr/>
    </dgm:pt>
    <dgm:pt modelId="{42E245D7-0A0E-44D5-B2EA-96B29F9D930B}" type="pres">
      <dgm:prSet presAssocID="{6A92685A-74A0-4F1B-BD0C-C6EBB92BD063}" presName="level" presStyleLbl="node1" presStyleIdx="0" presStyleCnt="3" custLinFactNeighborX="-891">
        <dgm:presLayoutVars>
          <dgm:chMax val="1"/>
          <dgm:bulletEnabled val="1"/>
        </dgm:presLayoutVars>
      </dgm:prSet>
      <dgm:spPr/>
    </dgm:pt>
    <dgm:pt modelId="{18D7C1A6-313C-4B4F-9439-8F174537D025}" type="pres">
      <dgm:prSet presAssocID="{6A92685A-74A0-4F1B-BD0C-C6EBB92BD06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D2F9735-769F-4A4B-952C-E35CF6394B5F}" type="pres">
      <dgm:prSet presAssocID="{7477AF1E-FC4D-4543-877B-8498DCF5336F}" presName="Name8" presStyleCnt="0"/>
      <dgm:spPr/>
    </dgm:pt>
    <dgm:pt modelId="{C88AB7FE-8039-4837-BCA7-7A47DDBCA2A5}" type="pres">
      <dgm:prSet presAssocID="{7477AF1E-FC4D-4543-877B-8498DCF5336F}" presName="level" presStyleLbl="node1" presStyleIdx="1" presStyleCnt="3">
        <dgm:presLayoutVars>
          <dgm:chMax val="1"/>
          <dgm:bulletEnabled val="1"/>
        </dgm:presLayoutVars>
      </dgm:prSet>
      <dgm:spPr/>
    </dgm:pt>
    <dgm:pt modelId="{420D1143-55F6-4399-A93A-5DE393B3DB05}" type="pres">
      <dgm:prSet presAssocID="{7477AF1E-FC4D-4543-877B-8498DCF5336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CF9FF16-917B-4002-B484-03C207D9EE5F}" type="pres">
      <dgm:prSet presAssocID="{28054AB6-40D1-4688-8794-EC17E65D6C05}" presName="Name8" presStyleCnt="0"/>
      <dgm:spPr/>
    </dgm:pt>
    <dgm:pt modelId="{C884735F-47EC-473D-9AD1-9D2F98A62348}" type="pres">
      <dgm:prSet presAssocID="{28054AB6-40D1-4688-8794-EC17E65D6C05}" presName="level" presStyleLbl="node1" presStyleIdx="2" presStyleCnt="3" custLinFactNeighborX="-374" custLinFactNeighborY="2021">
        <dgm:presLayoutVars>
          <dgm:chMax val="1"/>
          <dgm:bulletEnabled val="1"/>
        </dgm:presLayoutVars>
      </dgm:prSet>
      <dgm:spPr/>
    </dgm:pt>
    <dgm:pt modelId="{C90E5220-FFA0-47B2-A6D9-B1DF5CB6552E}" type="pres">
      <dgm:prSet presAssocID="{28054AB6-40D1-4688-8794-EC17E65D6C0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23CD907-1FFA-435C-BACC-5DE3CB74D36C}" type="presOf" srcId="{7477AF1E-FC4D-4543-877B-8498DCF5336F}" destId="{C88AB7FE-8039-4837-BCA7-7A47DDBCA2A5}" srcOrd="0" destOrd="0" presId="urn:microsoft.com/office/officeart/2005/8/layout/pyramid1"/>
    <dgm:cxn modelId="{4BC1AF16-F7B7-49AD-8305-E63796F3590D}" type="presOf" srcId="{7477AF1E-FC4D-4543-877B-8498DCF5336F}" destId="{420D1143-55F6-4399-A93A-5DE393B3DB05}" srcOrd="1" destOrd="0" presId="urn:microsoft.com/office/officeart/2005/8/layout/pyramid1"/>
    <dgm:cxn modelId="{0745F11E-9088-4A92-A832-C4886E1EC4AD}" srcId="{E89D2F74-2E5C-49DE-A02B-AC32B77BD970}" destId="{6A92685A-74A0-4F1B-BD0C-C6EBB92BD063}" srcOrd="0" destOrd="0" parTransId="{A63BAF65-F0F3-4D6C-9CB6-5DC2D8D8CC88}" sibTransId="{A252466F-39D6-4572-B7FC-EA96AEA8B52D}"/>
    <dgm:cxn modelId="{40C8CD6C-9182-487E-83C7-15F24016D7E0}" type="presOf" srcId="{E89D2F74-2E5C-49DE-A02B-AC32B77BD970}" destId="{C69E9133-B5AF-4443-9874-FC022454DDB8}" srcOrd="0" destOrd="0" presId="urn:microsoft.com/office/officeart/2005/8/layout/pyramid1"/>
    <dgm:cxn modelId="{EE610156-F65F-46C6-9934-0800B0A3465A}" type="presOf" srcId="{28054AB6-40D1-4688-8794-EC17E65D6C05}" destId="{C884735F-47EC-473D-9AD1-9D2F98A62348}" srcOrd="0" destOrd="0" presId="urn:microsoft.com/office/officeart/2005/8/layout/pyramid1"/>
    <dgm:cxn modelId="{F2032E7B-03DA-4DED-AC6A-AC69860E998E}" srcId="{E89D2F74-2E5C-49DE-A02B-AC32B77BD970}" destId="{7477AF1E-FC4D-4543-877B-8498DCF5336F}" srcOrd="1" destOrd="0" parTransId="{650D856B-F640-45FA-8211-6FA8DC043D6D}" sibTransId="{5B98502D-418C-4837-81DA-D97C6B3AB55F}"/>
    <dgm:cxn modelId="{EF0F9987-C7D1-4D69-A719-067593E64323}" srcId="{E89D2F74-2E5C-49DE-A02B-AC32B77BD970}" destId="{28054AB6-40D1-4688-8794-EC17E65D6C05}" srcOrd="2" destOrd="0" parTransId="{1FD1DE37-784C-4A7E-9304-7ADF9D8421EC}" sibTransId="{88E1658D-56E7-406C-854A-8DE251D6739B}"/>
    <dgm:cxn modelId="{E2E922A1-DD03-4C1A-8CCA-DA1C9852C501}" type="presOf" srcId="{6A92685A-74A0-4F1B-BD0C-C6EBB92BD063}" destId="{42E245D7-0A0E-44D5-B2EA-96B29F9D930B}" srcOrd="0" destOrd="0" presId="urn:microsoft.com/office/officeart/2005/8/layout/pyramid1"/>
    <dgm:cxn modelId="{ABF18DF1-1888-449B-94B9-4079EB1E9E33}" type="presOf" srcId="{6A92685A-74A0-4F1B-BD0C-C6EBB92BD063}" destId="{18D7C1A6-313C-4B4F-9439-8F174537D025}" srcOrd="1" destOrd="0" presId="urn:microsoft.com/office/officeart/2005/8/layout/pyramid1"/>
    <dgm:cxn modelId="{B490B4F6-F8C3-4521-B606-F28151191824}" type="presOf" srcId="{28054AB6-40D1-4688-8794-EC17E65D6C05}" destId="{C90E5220-FFA0-47B2-A6D9-B1DF5CB6552E}" srcOrd="1" destOrd="0" presId="urn:microsoft.com/office/officeart/2005/8/layout/pyramid1"/>
    <dgm:cxn modelId="{7BC07F49-81F7-41EC-877A-D93E2170A8A1}" type="presParOf" srcId="{C69E9133-B5AF-4443-9874-FC022454DDB8}" destId="{6F7ED5DA-B1BC-4441-A19D-919D016BDFE9}" srcOrd="0" destOrd="0" presId="urn:microsoft.com/office/officeart/2005/8/layout/pyramid1"/>
    <dgm:cxn modelId="{5EF931C8-303F-4515-A045-826D133A1858}" type="presParOf" srcId="{6F7ED5DA-B1BC-4441-A19D-919D016BDFE9}" destId="{42E245D7-0A0E-44D5-B2EA-96B29F9D930B}" srcOrd="0" destOrd="0" presId="urn:microsoft.com/office/officeart/2005/8/layout/pyramid1"/>
    <dgm:cxn modelId="{099EEB70-8C2E-41C4-945D-A745904369D3}" type="presParOf" srcId="{6F7ED5DA-B1BC-4441-A19D-919D016BDFE9}" destId="{18D7C1A6-313C-4B4F-9439-8F174537D025}" srcOrd="1" destOrd="0" presId="urn:microsoft.com/office/officeart/2005/8/layout/pyramid1"/>
    <dgm:cxn modelId="{4B088518-87E1-46ED-8522-E2E073B1B61E}" type="presParOf" srcId="{C69E9133-B5AF-4443-9874-FC022454DDB8}" destId="{5D2F9735-769F-4A4B-952C-E35CF6394B5F}" srcOrd="1" destOrd="0" presId="urn:microsoft.com/office/officeart/2005/8/layout/pyramid1"/>
    <dgm:cxn modelId="{C876561C-27BF-48CE-B457-8FD98EC94545}" type="presParOf" srcId="{5D2F9735-769F-4A4B-952C-E35CF6394B5F}" destId="{C88AB7FE-8039-4837-BCA7-7A47DDBCA2A5}" srcOrd="0" destOrd="0" presId="urn:microsoft.com/office/officeart/2005/8/layout/pyramid1"/>
    <dgm:cxn modelId="{144367AA-F197-496A-ADD0-B5D723ACCF3C}" type="presParOf" srcId="{5D2F9735-769F-4A4B-952C-E35CF6394B5F}" destId="{420D1143-55F6-4399-A93A-5DE393B3DB05}" srcOrd="1" destOrd="0" presId="urn:microsoft.com/office/officeart/2005/8/layout/pyramid1"/>
    <dgm:cxn modelId="{AD0F569F-EF8D-45F2-83B7-3C8F1AAAEBB8}" type="presParOf" srcId="{C69E9133-B5AF-4443-9874-FC022454DDB8}" destId="{ACF9FF16-917B-4002-B484-03C207D9EE5F}" srcOrd="2" destOrd="0" presId="urn:microsoft.com/office/officeart/2005/8/layout/pyramid1"/>
    <dgm:cxn modelId="{CAA34B66-F7FB-4F14-A622-5D494F632EEA}" type="presParOf" srcId="{ACF9FF16-917B-4002-B484-03C207D9EE5F}" destId="{C884735F-47EC-473D-9AD1-9D2F98A62348}" srcOrd="0" destOrd="0" presId="urn:microsoft.com/office/officeart/2005/8/layout/pyramid1"/>
    <dgm:cxn modelId="{E68CA85D-3795-43AB-89DB-DF55FE62B274}" type="presParOf" srcId="{ACF9FF16-917B-4002-B484-03C207D9EE5F}" destId="{C90E5220-FFA0-47B2-A6D9-B1DF5CB6552E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1D6EAA1-A6F8-4FAB-B83C-49B97CBAF780}" type="doc">
      <dgm:prSet loTypeId="urn:microsoft.com/office/officeart/2005/8/layout/hList7#1" loCatId="process" qsTypeId="urn:microsoft.com/office/officeart/2005/8/quickstyle/simple1" qsCatId="simple" csTypeId="urn:microsoft.com/office/officeart/2005/8/colors/accent3_4" csCatId="accent3" phldr="1"/>
      <dgm:spPr/>
    </dgm:pt>
    <dgm:pt modelId="{A42BC027-ECB7-45DE-94FD-FE9F038F880A}">
      <dgm:prSet phldrT="[Texto]" custT="1"/>
      <dgm:spPr/>
      <dgm:t>
        <a:bodyPr/>
        <a:lstStyle/>
        <a:p>
          <a:r>
            <a:rPr lang="es-CO" sz="1300" b="1" dirty="0">
              <a:solidFill>
                <a:schemeClr val="tx1"/>
              </a:solidFill>
            </a:rPr>
            <a:t>I</a:t>
          </a:r>
          <a:r>
            <a:rPr lang="es-CO" sz="1600" b="1" dirty="0">
              <a:solidFill>
                <a:schemeClr val="tx1"/>
              </a:solidFill>
            </a:rPr>
            <a:t>nventario Bases de Datos</a:t>
          </a:r>
        </a:p>
      </dgm:t>
    </dgm:pt>
    <dgm:pt modelId="{E9AAF782-2B89-481F-9F4D-6B3312687073}" type="parTrans" cxnId="{E798B53B-A535-41CD-B1EF-691E77E4614A}">
      <dgm:prSet/>
      <dgm:spPr/>
      <dgm:t>
        <a:bodyPr/>
        <a:lstStyle/>
        <a:p>
          <a:endParaRPr lang="es-CO"/>
        </a:p>
      </dgm:t>
    </dgm:pt>
    <dgm:pt modelId="{4FAACDAD-2373-4ED4-B022-8CB5F5D572F6}" type="sibTrans" cxnId="{E798B53B-A535-41CD-B1EF-691E77E4614A}">
      <dgm:prSet/>
      <dgm:spPr/>
      <dgm:t>
        <a:bodyPr/>
        <a:lstStyle/>
        <a:p>
          <a:endParaRPr lang="es-CO"/>
        </a:p>
      </dgm:t>
    </dgm:pt>
    <dgm:pt modelId="{83390995-EB2E-4544-BF6F-D38C112E971E}">
      <dgm:prSet phldrT="[Texto]" custT="1"/>
      <dgm:spPr/>
      <dgm:t>
        <a:bodyPr/>
        <a:lstStyle/>
        <a:p>
          <a:r>
            <a:rPr lang="es-CO" sz="1600" b="1" dirty="0">
              <a:solidFill>
                <a:schemeClr val="tx1"/>
              </a:solidFill>
            </a:rPr>
            <a:t>Elaboración de Políticas</a:t>
          </a:r>
        </a:p>
      </dgm:t>
    </dgm:pt>
    <dgm:pt modelId="{8B1711AC-B4E0-46B1-A0F6-1F94C9E89CCD}" type="parTrans" cxnId="{BE815B1A-185D-4AD9-9936-6F6DBC496524}">
      <dgm:prSet/>
      <dgm:spPr/>
      <dgm:t>
        <a:bodyPr/>
        <a:lstStyle/>
        <a:p>
          <a:endParaRPr lang="es-CO"/>
        </a:p>
      </dgm:t>
    </dgm:pt>
    <dgm:pt modelId="{689A1157-3ABE-49E4-B27C-BA5F5E9841DB}" type="sibTrans" cxnId="{BE815B1A-185D-4AD9-9936-6F6DBC496524}">
      <dgm:prSet/>
      <dgm:spPr/>
      <dgm:t>
        <a:bodyPr/>
        <a:lstStyle/>
        <a:p>
          <a:endParaRPr lang="es-CO"/>
        </a:p>
      </dgm:t>
    </dgm:pt>
    <dgm:pt modelId="{88D6F2CE-7FD5-4B11-A1E5-C5B721E80ACB}">
      <dgm:prSet phldrT="[Texto]" custT="1"/>
      <dgm:spPr/>
      <dgm:t>
        <a:bodyPr/>
        <a:lstStyle/>
        <a:p>
          <a:r>
            <a:rPr lang="es-CO" sz="1600" b="1" dirty="0">
              <a:solidFill>
                <a:schemeClr val="tx1"/>
              </a:solidFill>
            </a:rPr>
            <a:t>Contar con un SAR</a:t>
          </a:r>
        </a:p>
      </dgm:t>
    </dgm:pt>
    <dgm:pt modelId="{D8CE242A-24B4-48A6-ADB5-BC199C6905F6}" type="parTrans" cxnId="{4A5FBDAA-4A14-4B56-A0E8-3AD4E21C500A}">
      <dgm:prSet/>
      <dgm:spPr/>
      <dgm:t>
        <a:bodyPr/>
        <a:lstStyle/>
        <a:p>
          <a:endParaRPr lang="es-CO"/>
        </a:p>
      </dgm:t>
    </dgm:pt>
    <dgm:pt modelId="{B905A701-F6C2-4F79-816A-3038E9691002}" type="sibTrans" cxnId="{4A5FBDAA-4A14-4B56-A0E8-3AD4E21C500A}">
      <dgm:prSet/>
      <dgm:spPr/>
      <dgm:t>
        <a:bodyPr/>
        <a:lstStyle/>
        <a:p>
          <a:endParaRPr lang="es-CO"/>
        </a:p>
      </dgm:t>
    </dgm:pt>
    <dgm:pt modelId="{EA715A28-D5C7-41EC-B395-D41FC5E097E9}">
      <dgm:prSet phldrT="[Texto]" custT="1"/>
      <dgm:spPr/>
      <dgm:t>
        <a:bodyPr/>
        <a:lstStyle/>
        <a:p>
          <a:r>
            <a:rPr lang="es-CO" sz="1600" b="1" dirty="0">
              <a:solidFill>
                <a:schemeClr val="tx1"/>
              </a:solidFill>
            </a:rPr>
            <a:t>Formación y Educación</a:t>
          </a:r>
        </a:p>
      </dgm:t>
    </dgm:pt>
    <dgm:pt modelId="{F45A0D6D-E1C5-483F-B6B4-DC873415E96E}" type="parTrans" cxnId="{94D9F8F2-ECEF-49A0-9D28-1E651AC7EC31}">
      <dgm:prSet/>
      <dgm:spPr/>
      <dgm:t>
        <a:bodyPr/>
        <a:lstStyle/>
        <a:p>
          <a:endParaRPr lang="es-CO"/>
        </a:p>
      </dgm:t>
    </dgm:pt>
    <dgm:pt modelId="{35EAED22-8189-48B5-945E-6CE25329B3E9}" type="sibTrans" cxnId="{94D9F8F2-ECEF-49A0-9D28-1E651AC7EC31}">
      <dgm:prSet/>
      <dgm:spPr/>
      <dgm:t>
        <a:bodyPr/>
        <a:lstStyle/>
        <a:p>
          <a:endParaRPr lang="es-CO"/>
        </a:p>
      </dgm:t>
    </dgm:pt>
    <dgm:pt modelId="{9F576A9F-0AD2-400A-83F7-B34D23B10140}">
      <dgm:prSet phldrT="[Texto]" custT="1"/>
      <dgm:spPr/>
      <dgm:t>
        <a:bodyPr/>
        <a:lstStyle/>
        <a:p>
          <a:r>
            <a:rPr lang="es-CO" sz="1600" b="1" dirty="0">
              <a:solidFill>
                <a:schemeClr val="tx1"/>
              </a:solidFill>
            </a:rPr>
            <a:t>Comunicación con los titulares</a:t>
          </a:r>
        </a:p>
      </dgm:t>
    </dgm:pt>
    <dgm:pt modelId="{8D44DC30-0536-4004-A9AD-2308996F7645}" type="parTrans" cxnId="{A1FAEB67-8E2C-457A-9C20-017637F89C4C}">
      <dgm:prSet/>
      <dgm:spPr/>
      <dgm:t>
        <a:bodyPr/>
        <a:lstStyle/>
        <a:p>
          <a:endParaRPr lang="es-CO"/>
        </a:p>
      </dgm:t>
    </dgm:pt>
    <dgm:pt modelId="{66CBCC1F-2E69-4214-BB57-2C7491896D7F}" type="sibTrans" cxnId="{A1FAEB67-8E2C-457A-9C20-017637F89C4C}">
      <dgm:prSet/>
      <dgm:spPr/>
      <dgm:t>
        <a:bodyPr/>
        <a:lstStyle/>
        <a:p>
          <a:endParaRPr lang="es-CO"/>
        </a:p>
      </dgm:t>
    </dgm:pt>
    <dgm:pt modelId="{F257C57D-5278-438D-A2E9-822A92419627}" type="pres">
      <dgm:prSet presAssocID="{31D6EAA1-A6F8-4FAB-B83C-49B97CBAF780}" presName="Name0" presStyleCnt="0">
        <dgm:presLayoutVars>
          <dgm:dir/>
          <dgm:resizeHandles val="exact"/>
        </dgm:presLayoutVars>
      </dgm:prSet>
      <dgm:spPr/>
    </dgm:pt>
    <dgm:pt modelId="{7E79BA87-BE4B-4AF7-A2A4-78C529F3A38F}" type="pres">
      <dgm:prSet presAssocID="{31D6EAA1-A6F8-4FAB-B83C-49B97CBAF780}" presName="fgShape" presStyleLbl="fgShp" presStyleIdx="0" presStyleCnt="1"/>
      <dgm:spPr>
        <a:prstGeom prst="leftRightArrow">
          <a:avLst/>
        </a:prstGeom>
      </dgm:spPr>
    </dgm:pt>
    <dgm:pt modelId="{72E3018C-DF9F-48CC-81CF-04EBE5DE2714}" type="pres">
      <dgm:prSet presAssocID="{31D6EAA1-A6F8-4FAB-B83C-49B97CBAF780}" presName="linComp" presStyleCnt="0"/>
      <dgm:spPr/>
    </dgm:pt>
    <dgm:pt modelId="{37763528-5C24-4A67-A901-36DF87A417A8}" type="pres">
      <dgm:prSet presAssocID="{A42BC027-ECB7-45DE-94FD-FE9F038F880A}" presName="compNode" presStyleCnt="0"/>
      <dgm:spPr/>
    </dgm:pt>
    <dgm:pt modelId="{4631AF06-2DB2-4F48-9728-F50057BCAE7C}" type="pres">
      <dgm:prSet presAssocID="{A42BC027-ECB7-45DE-94FD-FE9F038F880A}" presName="bkgdShape" presStyleLbl="node1" presStyleIdx="0" presStyleCnt="5" custLinFactNeighborX="1988"/>
      <dgm:spPr/>
    </dgm:pt>
    <dgm:pt modelId="{F5A6A2C5-2BEE-4836-A1D7-55FEFCC53D2D}" type="pres">
      <dgm:prSet presAssocID="{A42BC027-ECB7-45DE-94FD-FE9F038F880A}" presName="nodeTx" presStyleLbl="node1" presStyleIdx="0" presStyleCnt="5">
        <dgm:presLayoutVars>
          <dgm:bulletEnabled val="1"/>
        </dgm:presLayoutVars>
      </dgm:prSet>
      <dgm:spPr/>
    </dgm:pt>
    <dgm:pt modelId="{D8B097F7-2B6C-4ABD-A431-E6C3D08E5838}" type="pres">
      <dgm:prSet presAssocID="{A42BC027-ECB7-45DE-94FD-FE9F038F880A}" presName="invisiNode" presStyleLbl="node1" presStyleIdx="0" presStyleCnt="5"/>
      <dgm:spPr/>
    </dgm:pt>
    <dgm:pt modelId="{83F56533-7610-48B3-AE39-6AC0B8A62849}" type="pres">
      <dgm:prSet presAssocID="{A42BC027-ECB7-45DE-94FD-FE9F038F880A}" presName="imagNode" presStyleLbl="fgImgPlace1" presStyleIdx="0" presStyleCnt="5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D4081620-4928-40A8-9944-D1DF95EC88B0}" type="pres">
      <dgm:prSet presAssocID="{4FAACDAD-2373-4ED4-B022-8CB5F5D572F6}" presName="sibTrans" presStyleLbl="sibTrans2D1" presStyleIdx="0" presStyleCnt="0"/>
      <dgm:spPr/>
    </dgm:pt>
    <dgm:pt modelId="{6FB4E6D8-C1D2-48C8-AFBF-685898AD6239}" type="pres">
      <dgm:prSet presAssocID="{83390995-EB2E-4544-BF6F-D38C112E971E}" presName="compNode" presStyleCnt="0"/>
      <dgm:spPr/>
    </dgm:pt>
    <dgm:pt modelId="{7279B6CE-119F-467A-8F48-41698AFCA598}" type="pres">
      <dgm:prSet presAssocID="{83390995-EB2E-4544-BF6F-D38C112E971E}" presName="bkgdShape" presStyleLbl="node1" presStyleIdx="1" presStyleCnt="5"/>
      <dgm:spPr/>
    </dgm:pt>
    <dgm:pt modelId="{298E81AA-3C2D-4829-BA8E-D9918A1471FC}" type="pres">
      <dgm:prSet presAssocID="{83390995-EB2E-4544-BF6F-D38C112E971E}" presName="nodeTx" presStyleLbl="node1" presStyleIdx="1" presStyleCnt="5">
        <dgm:presLayoutVars>
          <dgm:bulletEnabled val="1"/>
        </dgm:presLayoutVars>
      </dgm:prSet>
      <dgm:spPr/>
    </dgm:pt>
    <dgm:pt modelId="{4DC534DA-6462-43D1-8769-9590F1E11843}" type="pres">
      <dgm:prSet presAssocID="{83390995-EB2E-4544-BF6F-D38C112E971E}" presName="invisiNode" presStyleLbl="node1" presStyleIdx="1" presStyleCnt="5"/>
      <dgm:spPr/>
    </dgm:pt>
    <dgm:pt modelId="{C962D124-27C5-4C5B-9EA1-C2FFA06DFDA5}" type="pres">
      <dgm:prSet presAssocID="{83390995-EB2E-4544-BF6F-D38C112E971E}" presName="imagNode" presStyleLbl="fgImgPlace1" presStyleIdx="1" presStyleCnt="5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3E3CA10-350A-4C24-8AE7-6F651732E83A}" type="pres">
      <dgm:prSet presAssocID="{689A1157-3ABE-49E4-B27C-BA5F5E9841DB}" presName="sibTrans" presStyleLbl="sibTrans2D1" presStyleIdx="0" presStyleCnt="0"/>
      <dgm:spPr/>
    </dgm:pt>
    <dgm:pt modelId="{17203A7C-4BCF-4121-AECC-EBFC3682ADF8}" type="pres">
      <dgm:prSet presAssocID="{88D6F2CE-7FD5-4B11-A1E5-C5B721E80ACB}" presName="compNode" presStyleCnt="0"/>
      <dgm:spPr/>
    </dgm:pt>
    <dgm:pt modelId="{DB655069-AA27-47AB-BF0F-F63A202084ED}" type="pres">
      <dgm:prSet presAssocID="{88D6F2CE-7FD5-4B11-A1E5-C5B721E80ACB}" presName="bkgdShape" presStyleLbl="node1" presStyleIdx="2" presStyleCnt="5" custLinFactNeighborY="-1997"/>
      <dgm:spPr/>
    </dgm:pt>
    <dgm:pt modelId="{1D69A5C4-6B82-4A66-8163-AAC3447C306B}" type="pres">
      <dgm:prSet presAssocID="{88D6F2CE-7FD5-4B11-A1E5-C5B721E80ACB}" presName="nodeTx" presStyleLbl="node1" presStyleIdx="2" presStyleCnt="5">
        <dgm:presLayoutVars>
          <dgm:bulletEnabled val="1"/>
        </dgm:presLayoutVars>
      </dgm:prSet>
      <dgm:spPr/>
    </dgm:pt>
    <dgm:pt modelId="{5ED8075F-CE75-48FF-9307-31C326F3077B}" type="pres">
      <dgm:prSet presAssocID="{88D6F2CE-7FD5-4B11-A1E5-C5B721E80ACB}" presName="invisiNode" presStyleLbl="node1" presStyleIdx="2" presStyleCnt="5"/>
      <dgm:spPr/>
    </dgm:pt>
    <dgm:pt modelId="{B75BEDE6-0A6C-4448-AC2B-4E40B8889A15}" type="pres">
      <dgm:prSet presAssocID="{88D6F2CE-7FD5-4B11-A1E5-C5B721E80ACB}" presName="imagNode" presStyleLbl="fgImgPlace1" presStyleIdx="2" presStyleCnt="5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D8DEE0C0-1EE3-4287-AB28-1AB93337344F}" type="pres">
      <dgm:prSet presAssocID="{B905A701-F6C2-4F79-816A-3038E9691002}" presName="sibTrans" presStyleLbl="sibTrans2D1" presStyleIdx="0" presStyleCnt="0"/>
      <dgm:spPr/>
    </dgm:pt>
    <dgm:pt modelId="{7B02CD2F-6BBC-42C8-AA10-05B117DED2C3}" type="pres">
      <dgm:prSet presAssocID="{EA715A28-D5C7-41EC-B395-D41FC5E097E9}" presName="compNode" presStyleCnt="0"/>
      <dgm:spPr/>
    </dgm:pt>
    <dgm:pt modelId="{C14D5317-8D08-4028-88B2-61625C8B4858}" type="pres">
      <dgm:prSet presAssocID="{EA715A28-D5C7-41EC-B395-D41FC5E097E9}" presName="bkgdShape" presStyleLbl="node1" presStyleIdx="3" presStyleCnt="5"/>
      <dgm:spPr/>
    </dgm:pt>
    <dgm:pt modelId="{95F22F6A-EBD9-4FAD-A952-AC6A0B61122D}" type="pres">
      <dgm:prSet presAssocID="{EA715A28-D5C7-41EC-B395-D41FC5E097E9}" presName="nodeTx" presStyleLbl="node1" presStyleIdx="3" presStyleCnt="5">
        <dgm:presLayoutVars>
          <dgm:bulletEnabled val="1"/>
        </dgm:presLayoutVars>
      </dgm:prSet>
      <dgm:spPr/>
    </dgm:pt>
    <dgm:pt modelId="{AF7BC549-C275-45CB-A545-E4E0B8CED9A2}" type="pres">
      <dgm:prSet presAssocID="{EA715A28-D5C7-41EC-B395-D41FC5E097E9}" presName="invisiNode" presStyleLbl="node1" presStyleIdx="3" presStyleCnt="5"/>
      <dgm:spPr/>
    </dgm:pt>
    <dgm:pt modelId="{B060CD74-9EFD-4ABB-A921-761457E0F6DA}" type="pres">
      <dgm:prSet presAssocID="{EA715A28-D5C7-41EC-B395-D41FC5E097E9}" presName="imagNode" presStyleLbl="fgImgPlace1" presStyleIdx="3" presStyleCnt="5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77CD97D2-8D0D-447B-BA7A-E8CA770C21EB}" type="pres">
      <dgm:prSet presAssocID="{35EAED22-8189-48B5-945E-6CE25329B3E9}" presName="sibTrans" presStyleLbl="sibTrans2D1" presStyleIdx="0" presStyleCnt="0"/>
      <dgm:spPr/>
    </dgm:pt>
    <dgm:pt modelId="{DC1A0354-3B77-41AC-891B-AAD751ADDD92}" type="pres">
      <dgm:prSet presAssocID="{9F576A9F-0AD2-400A-83F7-B34D23B10140}" presName="compNode" presStyleCnt="0"/>
      <dgm:spPr/>
    </dgm:pt>
    <dgm:pt modelId="{07473B45-0B95-4CEA-8371-198901FFDC7E}" type="pres">
      <dgm:prSet presAssocID="{9F576A9F-0AD2-400A-83F7-B34D23B10140}" presName="bkgdShape" presStyleLbl="node1" presStyleIdx="4" presStyleCnt="5"/>
      <dgm:spPr/>
    </dgm:pt>
    <dgm:pt modelId="{9F6D65C5-C353-4781-A76F-2DB2F7A5EF1B}" type="pres">
      <dgm:prSet presAssocID="{9F576A9F-0AD2-400A-83F7-B34D23B10140}" presName="nodeTx" presStyleLbl="node1" presStyleIdx="4" presStyleCnt="5">
        <dgm:presLayoutVars>
          <dgm:bulletEnabled val="1"/>
        </dgm:presLayoutVars>
      </dgm:prSet>
      <dgm:spPr/>
    </dgm:pt>
    <dgm:pt modelId="{C1B8FBD4-6BD6-4D2B-BF53-8BF364D5D4CE}" type="pres">
      <dgm:prSet presAssocID="{9F576A9F-0AD2-400A-83F7-B34D23B10140}" presName="invisiNode" presStyleLbl="node1" presStyleIdx="4" presStyleCnt="5"/>
      <dgm:spPr/>
    </dgm:pt>
    <dgm:pt modelId="{6CC6BF9C-69C3-44E7-ABC2-BF4707BFC422}" type="pres">
      <dgm:prSet presAssocID="{9F576A9F-0AD2-400A-83F7-B34D23B10140}" presName="imagNode" presStyleLbl="fgImgPlace1" presStyleIdx="4" presStyleCnt="5"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</dgm:pt>
  </dgm:ptLst>
  <dgm:cxnLst>
    <dgm:cxn modelId="{BE815B1A-185D-4AD9-9936-6F6DBC496524}" srcId="{31D6EAA1-A6F8-4FAB-B83C-49B97CBAF780}" destId="{83390995-EB2E-4544-BF6F-D38C112E971E}" srcOrd="1" destOrd="0" parTransId="{8B1711AC-B4E0-46B1-A0F6-1F94C9E89CCD}" sibTransId="{689A1157-3ABE-49E4-B27C-BA5F5E9841DB}"/>
    <dgm:cxn modelId="{9BF4FC1C-A543-4887-A082-30C3F0958825}" type="presOf" srcId="{A42BC027-ECB7-45DE-94FD-FE9F038F880A}" destId="{4631AF06-2DB2-4F48-9728-F50057BCAE7C}" srcOrd="0" destOrd="0" presId="urn:microsoft.com/office/officeart/2005/8/layout/hList7#1"/>
    <dgm:cxn modelId="{9056A521-144D-469C-94F4-880E163EFB99}" type="presOf" srcId="{9F576A9F-0AD2-400A-83F7-B34D23B10140}" destId="{9F6D65C5-C353-4781-A76F-2DB2F7A5EF1B}" srcOrd="1" destOrd="0" presId="urn:microsoft.com/office/officeart/2005/8/layout/hList7#1"/>
    <dgm:cxn modelId="{0CE28424-2091-45C5-B1F7-6CC8A43CF893}" type="presOf" srcId="{83390995-EB2E-4544-BF6F-D38C112E971E}" destId="{298E81AA-3C2D-4829-BA8E-D9918A1471FC}" srcOrd="1" destOrd="0" presId="urn:microsoft.com/office/officeart/2005/8/layout/hList7#1"/>
    <dgm:cxn modelId="{97047628-ABA7-4AEA-9D48-B5261B1CAFDA}" type="presOf" srcId="{EA715A28-D5C7-41EC-B395-D41FC5E097E9}" destId="{C14D5317-8D08-4028-88B2-61625C8B4858}" srcOrd="0" destOrd="0" presId="urn:microsoft.com/office/officeart/2005/8/layout/hList7#1"/>
    <dgm:cxn modelId="{510E7D36-8BD8-4E6B-B14F-E0BB867943E1}" type="presOf" srcId="{83390995-EB2E-4544-BF6F-D38C112E971E}" destId="{7279B6CE-119F-467A-8F48-41698AFCA598}" srcOrd="0" destOrd="0" presId="urn:microsoft.com/office/officeart/2005/8/layout/hList7#1"/>
    <dgm:cxn modelId="{E798B53B-A535-41CD-B1EF-691E77E4614A}" srcId="{31D6EAA1-A6F8-4FAB-B83C-49B97CBAF780}" destId="{A42BC027-ECB7-45DE-94FD-FE9F038F880A}" srcOrd="0" destOrd="0" parTransId="{E9AAF782-2B89-481F-9F4D-6B3312687073}" sibTransId="{4FAACDAD-2373-4ED4-B022-8CB5F5D572F6}"/>
    <dgm:cxn modelId="{0992AB40-CAAD-4B0D-BD9F-4CAA463C845E}" type="presOf" srcId="{689A1157-3ABE-49E4-B27C-BA5F5E9841DB}" destId="{73E3CA10-350A-4C24-8AE7-6F651732E83A}" srcOrd="0" destOrd="0" presId="urn:microsoft.com/office/officeart/2005/8/layout/hList7#1"/>
    <dgm:cxn modelId="{832A1143-43B6-495B-89E6-F7C64D8EE366}" type="presOf" srcId="{B905A701-F6C2-4F79-816A-3038E9691002}" destId="{D8DEE0C0-1EE3-4287-AB28-1AB93337344F}" srcOrd="0" destOrd="0" presId="urn:microsoft.com/office/officeart/2005/8/layout/hList7#1"/>
    <dgm:cxn modelId="{A1FAEB67-8E2C-457A-9C20-017637F89C4C}" srcId="{31D6EAA1-A6F8-4FAB-B83C-49B97CBAF780}" destId="{9F576A9F-0AD2-400A-83F7-B34D23B10140}" srcOrd="4" destOrd="0" parTransId="{8D44DC30-0536-4004-A9AD-2308996F7645}" sibTransId="{66CBCC1F-2E69-4214-BB57-2C7491896D7F}"/>
    <dgm:cxn modelId="{4618834B-0F1C-4772-B2F0-A098EBC39F0C}" type="presOf" srcId="{88D6F2CE-7FD5-4B11-A1E5-C5B721E80ACB}" destId="{DB655069-AA27-47AB-BF0F-F63A202084ED}" srcOrd="0" destOrd="0" presId="urn:microsoft.com/office/officeart/2005/8/layout/hList7#1"/>
    <dgm:cxn modelId="{64F3B54F-BF70-49EC-AE40-3583E48BF4CB}" type="presOf" srcId="{35EAED22-8189-48B5-945E-6CE25329B3E9}" destId="{77CD97D2-8D0D-447B-BA7A-E8CA770C21EB}" srcOrd="0" destOrd="0" presId="urn:microsoft.com/office/officeart/2005/8/layout/hList7#1"/>
    <dgm:cxn modelId="{A14BAA75-396D-46BB-ACA8-87AE77F950CB}" type="presOf" srcId="{31D6EAA1-A6F8-4FAB-B83C-49B97CBAF780}" destId="{F257C57D-5278-438D-A2E9-822A92419627}" srcOrd="0" destOrd="0" presId="urn:microsoft.com/office/officeart/2005/8/layout/hList7#1"/>
    <dgm:cxn modelId="{87D3EB8B-1BE8-41FB-BE5F-FDA1570DA484}" type="presOf" srcId="{EA715A28-D5C7-41EC-B395-D41FC5E097E9}" destId="{95F22F6A-EBD9-4FAD-A952-AC6A0B61122D}" srcOrd="1" destOrd="0" presId="urn:microsoft.com/office/officeart/2005/8/layout/hList7#1"/>
    <dgm:cxn modelId="{988E869D-6D1A-4828-BDDB-B8FD356B34D2}" type="presOf" srcId="{88D6F2CE-7FD5-4B11-A1E5-C5B721E80ACB}" destId="{1D69A5C4-6B82-4A66-8163-AAC3447C306B}" srcOrd="1" destOrd="0" presId="urn:microsoft.com/office/officeart/2005/8/layout/hList7#1"/>
    <dgm:cxn modelId="{CA9CE99F-5EE0-48A8-B887-45D436CA511B}" type="presOf" srcId="{9F576A9F-0AD2-400A-83F7-B34D23B10140}" destId="{07473B45-0B95-4CEA-8371-198901FFDC7E}" srcOrd="0" destOrd="0" presId="urn:microsoft.com/office/officeart/2005/8/layout/hList7#1"/>
    <dgm:cxn modelId="{4A5FBDAA-4A14-4B56-A0E8-3AD4E21C500A}" srcId="{31D6EAA1-A6F8-4FAB-B83C-49B97CBAF780}" destId="{88D6F2CE-7FD5-4B11-A1E5-C5B721E80ACB}" srcOrd="2" destOrd="0" parTransId="{D8CE242A-24B4-48A6-ADB5-BC199C6905F6}" sibTransId="{B905A701-F6C2-4F79-816A-3038E9691002}"/>
    <dgm:cxn modelId="{F98F24CB-1D3F-45D4-858B-E8C4B160356F}" type="presOf" srcId="{A42BC027-ECB7-45DE-94FD-FE9F038F880A}" destId="{F5A6A2C5-2BEE-4836-A1D7-55FEFCC53D2D}" srcOrd="1" destOrd="0" presId="urn:microsoft.com/office/officeart/2005/8/layout/hList7#1"/>
    <dgm:cxn modelId="{880BFEEF-A7BB-4B17-89E9-7A68B1CFEE79}" type="presOf" srcId="{4FAACDAD-2373-4ED4-B022-8CB5F5D572F6}" destId="{D4081620-4928-40A8-9944-D1DF95EC88B0}" srcOrd="0" destOrd="0" presId="urn:microsoft.com/office/officeart/2005/8/layout/hList7#1"/>
    <dgm:cxn modelId="{94D9F8F2-ECEF-49A0-9D28-1E651AC7EC31}" srcId="{31D6EAA1-A6F8-4FAB-B83C-49B97CBAF780}" destId="{EA715A28-D5C7-41EC-B395-D41FC5E097E9}" srcOrd="3" destOrd="0" parTransId="{F45A0D6D-E1C5-483F-B6B4-DC873415E96E}" sibTransId="{35EAED22-8189-48B5-945E-6CE25329B3E9}"/>
    <dgm:cxn modelId="{569CBEE2-924E-4E2E-9F04-6E7DF17EBFC5}" type="presParOf" srcId="{F257C57D-5278-438D-A2E9-822A92419627}" destId="{7E79BA87-BE4B-4AF7-A2A4-78C529F3A38F}" srcOrd="0" destOrd="0" presId="urn:microsoft.com/office/officeart/2005/8/layout/hList7#1"/>
    <dgm:cxn modelId="{F5464F6F-2CFA-4E53-B89D-C4D2814C2E3A}" type="presParOf" srcId="{F257C57D-5278-438D-A2E9-822A92419627}" destId="{72E3018C-DF9F-48CC-81CF-04EBE5DE2714}" srcOrd="1" destOrd="0" presId="urn:microsoft.com/office/officeart/2005/8/layout/hList7#1"/>
    <dgm:cxn modelId="{8DE4A677-A799-4101-899D-8BEA85DA2A23}" type="presParOf" srcId="{72E3018C-DF9F-48CC-81CF-04EBE5DE2714}" destId="{37763528-5C24-4A67-A901-36DF87A417A8}" srcOrd="0" destOrd="0" presId="urn:microsoft.com/office/officeart/2005/8/layout/hList7#1"/>
    <dgm:cxn modelId="{203CCB84-CA6B-434F-8EA6-439CEB30236A}" type="presParOf" srcId="{37763528-5C24-4A67-A901-36DF87A417A8}" destId="{4631AF06-2DB2-4F48-9728-F50057BCAE7C}" srcOrd="0" destOrd="0" presId="urn:microsoft.com/office/officeart/2005/8/layout/hList7#1"/>
    <dgm:cxn modelId="{A640899C-20E3-47F8-9F73-5F36880C82B6}" type="presParOf" srcId="{37763528-5C24-4A67-A901-36DF87A417A8}" destId="{F5A6A2C5-2BEE-4836-A1D7-55FEFCC53D2D}" srcOrd="1" destOrd="0" presId="urn:microsoft.com/office/officeart/2005/8/layout/hList7#1"/>
    <dgm:cxn modelId="{1CE6CE99-3380-4A23-B623-3CE55172F82B}" type="presParOf" srcId="{37763528-5C24-4A67-A901-36DF87A417A8}" destId="{D8B097F7-2B6C-4ABD-A431-E6C3D08E5838}" srcOrd="2" destOrd="0" presId="urn:microsoft.com/office/officeart/2005/8/layout/hList7#1"/>
    <dgm:cxn modelId="{7BC572D7-2431-4CB7-AF1E-FE84CE3C61FA}" type="presParOf" srcId="{37763528-5C24-4A67-A901-36DF87A417A8}" destId="{83F56533-7610-48B3-AE39-6AC0B8A62849}" srcOrd="3" destOrd="0" presId="urn:microsoft.com/office/officeart/2005/8/layout/hList7#1"/>
    <dgm:cxn modelId="{3E3D39F8-DC74-4EF9-932F-FFBDF48C752D}" type="presParOf" srcId="{72E3018C-DF9F-48CC-81CF-04EBE5DE2714}" destId="{D4081620-4928-40A8-9944-D1DF95EC88B0}" srcOrd="1" destOrd="0" presId="urn:microsoft.com/office/officeart/2005/8/layout/hList7#1"/>
    <dgm:cxn modelId="{A63A2582-0B1B-41D6-9937-5FBD055523C1}" type="presParOf" srcId="{72E3018C-DF9F-48CC-81CF-04EBE5DE2714}" destId="{6FB4E6D8-C1D2-48C8-AFBF-685898AD6239}" srcOrd="2" destOrd="0" presId="urn:microsoft.com/office/officeart/2005/8/layout/hList7#1"/>
    <dgm:cxn modelId="{808477E4-370E-4C73-9979-4BC089BD40B2}" type="presParOf" srcId="{6FB4E6D8-C1D2-48C8-AFBF-685898AD6239}" destId="{7279B6CE-119F-467A-8F48-41698AFCA598}" srcOrd="0" destOrd="0" presId="urn:microsoft.com/office/officeart/2005/8/layout/hList7#1"/>
    <dgm:cxn modelId="{444631EC-D0D2-4681-B55E-F84E3FC3866E}" type="presParOf" srcId="{6FB4E6D8-C1D2-48C8-AFBF-685898AD6239}" destId="{298E81AA-3C2D-4829-BA8E-D9918A1471FC}" srcOrd="1" destOrd="0" presId="urn:microsoft.com/office/officeart/2005/8/layout/hList7#1"/>
    <dgm:cxn modelId="{B40657B9-CF84-4D85-851C-3D1832D3911B}" type="presParOf" srcId="{6FB4E6D8-C1D2-48C8-AFBF-685898AD6239}" destId="{4DC534DA-6462-43D1-8769-9590F1E11843}" srcOrd="2" destOrd="0" presId="urn:microsoft.com/office/officeart/2005/8/layout/hList7#1"/>
    <dgm:cxn modelId="{9D8F9A33-C337-4CBB-8411-80DD05595E43}" type="presParOf" srcId="{6FB4E6D8-C1D2-48C8-AFBF-685898AD6239}" destId="{C962D124-27C5-4C5B-9EA1-C2FFA06DFDA5}" srcOrd="3" destOrd="0" presId="urn:microsoft.com/office/officeart/2005/8/layout/hList7#1"/>
    <dgm:cxn modelId="{DD8E9267-91EC-4D16-8434-49A6EFC72CCE}" type="presParOf" srcId="{72E3018C-DF9F-48CC-81CF-04EBE5DE2714}" destId="{73E3CA10-350A-4C24-8AE7-6F651732E83A}" srcOrd="3" destOrd="0" presId="urn:microsoft.com/office/officeart/2005/8/layout/hList7#1"/>
    <dgm:cxn modelId="{B7D87E27-69A4-4916-87AE-773EBA39B8E6}" type="presParOf" srcId="{72E3018C-DF9F-48CC-81CF-04EBE5DE2714}" destId="{17203A7C-4BCF-4121-AECC-EBFC3682ADF8}" srcOrd="4" destOrd="0" presId="urn:microsoft.com/office/officeart/2005/8/layout/hList7#1"/>
    <dgm:cxn modelId="{3C2847CA-888A-4481-AFD3-D146DCA4A50E}" type="presParOf" srcId="{17203A7C-4BCF-4121-AECC-EBFC3682ADF8}" destId="{DB655069-AA27-47AB-BF0F-F63A202084ED}" srcOrd="0" destOrd="0" presId="urn:microsoft.com/office/officeart/2005/8/layout/hList7#1"/>
    <dgm:cxn modelId="{5EFFB8F7-411B-48B1-941B-46E3461589B0}" type="presParOf" srcId="{17203A7C-4BCF-4121-AECC-EBFC3682ADF8}" destId="{1D69A5C4-6B82-4A66-8163-AAC3447C306B}" srcOrd="1" destOrd="0" presId="urn:microsoft.com/office/officeart/2005/8/layout/hList7#1"/>
    <dgm:cxn modelId="{10D456E8-BB9B-4CC1-8830-2AC78B931253}" type="presParOf" srcId="{17203A7C-4BCF-4121-AECC-EBFC3682ADF8}" destId="{5ED8075F-CE75-48FF-9307-31C326F3077B}" srcOrd="2" destOrd="0" presId="urn:microsoft.com/office/officeart/2005/8/layout/hList7#1"/>
    <dgm:cxn modelId="{E22174D9-773F-4D65-A77C-805CE83CA4BD}" type="presParOf" srcId="{17203A7C-4BCF-4121-AECC-EBFC3682ADF8}" destId="{B75BEDE6-0A6C-4448-AC2B-4E40B8889A15}" srcOrd="3" destOrd="0" presId="urn:microsoft.com/office/officeart/2005/8/layout/hList7#1"/>
    <dgm:cxn modelId="{02E28AB7-095B-404E-8ED1-6A1894EBC2BF}" type="presParOf" srcId="{72E3018C-DF9F-48CC-81CF-04EBE5DE2714}" destId="{D8DEE0C0-1EE3-4287-AB28-1AB93337344F}" srcOrd="5" destOrd="0" presId="urn:microsoft.com/office/officeart/2005/8/layout/hList7#1"/>
    <dgm:cxn modelId="{605C61FE-4E05-457A-8CF1-ED411CF825CD}" type="presParOf" srcId="{72E3018C-DF9F-48CC-81CF-04EBE5DE2714}" destId="{7B02CD2F-6BBC-42C8-AA10-05B117DED2C3}" srcOrd="6" destOrd="0" presId="urn:microsoft.com/office/officeart/2005/8/layout/hList7#1"/>
    <dgm:cxn modelId="{B8001FD8-277D-4F6F-966F-BF84BB66B4BB}" type="presParOf" srcId="{7B02CD2F-6BBC-42C8-AA10-05B117DED2C3}" destId="{C14D5317-8D08-4028-88B2-61625C8B4858}" srcOrd="0" destOrd="0" presId="urn:microsoft.com/office/officeart/2005/8/layout/hList7#1"/>
    <dgm:cxn modelId="{092C24D6-3982-42D8-9E7F-FF841499C710}" type="presParOf" srcId="{7B02CD2F-6BBC-42C8-AA10-05B117DED2C3}" destId="{95F22F6A-EBD9-4FAD-A952-AC6A0B61122D}" srcOrd="1" destOrd="0" presId="urn:microsoft.com/office/officeart/2005/8/layout/hList7#1"/>
    <dgm:cxn modelId="{8E652582-7E7D-42B6-9698-06BFD827B010}" type="presParOf" srcId="{7B02CD2F-6BBC-42C8-AA10-05B117DED2C3}" destId="{AF7BC549-C275-45CB-A545-E4E0B8CED9A2}" srcOrd="2" destOrd="0" presId="urn:microsoft.com/office/officeart/2005/8/layout/hList7#1"/>
    <dgm:cxn modelId="{0D1B0F6A-D121-423B-A0CD-ECC8DADA8EC7}" type="presParOf" srcId="{7B02CD2F-6BBC-42C8-AA10-05B117DED2C3}" destId="{B060CD74-9EFD-4ABB-A921-761457E0F6DA}" srcOrd="3" destOrd="0" presId="urn:microsoft.com/office/officeart/2005/8/layout/hList7#1"/>
    <dgm:cxn modelId="{5C16F7D4-CDF8-4386-BD34-323242684FBE}" type="presParOf" srcId="{72E3018C-DF9F-48CC-81CF-04EBE5DE2714}" destId="{77CD97D2-8D0D-447B-BA7A-E8CA770C21EB}" srcOrd="7" destOrd="0" presId="urn:microsoft.com/office/officeart/2005/8/layout/hList7#1"/>
    <dgm:cxn modelId="{978FFC37-1FA5-4511-97ED-E9D1ABDEB036}" type="presParOf" srcId="{72E3018C-DF9F-48CC-81CF-04EBE5DE2714}" destId="{DC1A0354-3B77-41AC-891B-AAD751ADDD92}" srcOrd="8" destOrd="0" presId="urn:microsoft.com/office/officeart/2005/8/layout/hList7#1"/>
    <dgm:cxn modelId="{E7E4D0D3-3535-425F-A7F5-FEE31FCA2925}" type="presParOf" srcId="{DC1A0354-3B77-41AC-891B-AAD751ADDD92}" destId="{07473B45-0B95-4CEA-8371-198901FFDC7E}" srcOrd="0" destOrd="0" presId="urn:microsoft.com/office/officeart/2005/8/layout/hList7#1"/>
    <dgm:cxn modelId="{95908B8B-C85C-4D3B-9750-F1CBBA657096}" type="presParOf" srcId="{DC1A0354-3B77-41AC-891B-AAD751ADDD92}" destId="{9F6D65C5-C353-4781-A76F-2DB2F7A5EF1B}" srcOrd="1" destOrd="0" presId="urn:microsoft.com/office/officeart/2005/8/layout/hList7#1"/>
    <dgm:cxn modelId="{BA2C1143-D7E5-4BEB-A4AB-1D3F45C7168A}" type="presParOf" srcId="{DC1A0354-3B77-41AC-891B-AAD751ADDD92}" destId="{C1B8FBD4-6BD6-4D2B-BF53-8BF364D5D4CE}" srcOrd="2" destOrd="0" presId="urn:microsoft.com/office/officeart/2005/8/layout/hList7#1"/>
    <dgm:cxn modelId="{2802006A-7475-42B5-B1CC-4361AF87DAE2}" type="presParOf" srcId="{DC1A0354-3B77-41AC-891B-AAD751ADDD92}" destId="{6CC6BF9C-69C3-44E7-ABC2-BF4707BFC422}" srcOrd="3" destOrd="0" presId="urn:microsoft.com/office/officeart/2005/8/layout/hList7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6C8EE-4F59-4E5D-B20D-949D77261648}">
      <dsp:nvSpPr>
        <dsp:cNvPr id="0" name=""/>
        <dsp:cNvSpPr/>
      </dsp:nvSpPr>
      <dsp:spPr>
        <a:xfrm>
          <a:off x="0" y="2653079"/>
          <a:ext cx="6096000" cy="173940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  <a:backdrop>
            <a:anchor x="0" y="0" z="-210000"/>
            <a:norm dx="0" dy="0" dz="914400"/>
            <a:up dx="0" dy="914400" dz="0"/>
          </a:backdrop>
        </a:scene3d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  <a:sp3d extrusionH="28000" prstMaterial="matte"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>
              <a:solidFill>
                <a:schemeClr val="bg1"/>
              </a:solidFill>
              <a:latin typeface="Myriad Pro"/>
              <a:ea typeface="+mn-ea"/>
              <a:cs typeface="Myriad Pro"/>
            </a:rPr>
            <a:t>Ley 1581 de 2012 Régimen General de Protección de Datos Personales</a:t>
          </a:r>
        </a:p>
      </dsp:txBody>
      <dsp:txXfrm>
        <a:off x="0" y="2653079"/>
        <a:ext cx="6096000" cy="939280"/>
      </dsp:txXfrm>
    </dsp:sp>
    <dsp:sp modelId="{9295F396-42D5-4973-8573-35F05311A513}">
      <dsp:nvSpPr>
        <dsp:cNvPr id="0" name=""/>
        <dsp:cNvSpPr/>
      </dsp:nvSpPr>
      <dsp:spPr>
        <a:xfrm>
          <a:off x="0" y="3555591"/>
          <a:ext cx="3047999" cy="800127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  <a:backdrop>
            <a:anchor x="0" y="0" z="-210000"/>
            <a:norm dx="0" dy="0" dz="914400"/>
            <a:up dx="0" dy="914400" dz="0"/>
          </a:backdrop>
        </a:scene3d>
        <a:sp3d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solidFill>
                <a:schemeClr val="tx1"/>
              </a:solidFill>
              <a:latin typeface="Myriad Pro"/>
              <a:ea typeface="+mn-ea"/>
              <a:cs typeface="Myriad Pro"/>
            </a:rPr>
            <a:t>D.R. 1377 de 2013 Reglamenta parcialmente Ley 1581</a:t>
          </a:r>
        </a:p>
      </dsp:txBody>
      <dsp:txXfrm>
        <a:off x="0" y="3555591"/>
        <a:ext cx="3047999" cy="800127"/>
      </dsp:txXfrm>
    </dsp:sp>
    <dsp:sp modelId="{CA679383-DC5C-4B12-A650-D77AFCC9F546}">
      <dsp:nvSpPr>
        <dsp:cNvPr id="0" name=""/>
        <dsp:cNvSpPr/>
      </dsp:nvSpPr>
      <dsp:spPr>
        <a:xfrm>
          <a:off x="3048000" y="3555591"/>
          <a:ext cx="3047999" cy="800127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-13333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  <a:backdrop>
            <a:anchor x="0" y="0" z="-210000"/>
            <a:norm dx="0" dy="0" dz="914400"/>
            <a:up dx="0" dy="914400" dz="0"/>
          </a:backdrop>
        </a:scene3d>
        <a:sp3d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solidFill>
                <a:schemeClr val="tx1"/>
              </a:solidFill>
              <a:latin typeface="Myriad Pro"/>
              <a:ea typeface="+mn-ea"/>
              <a:cs typeface="Myriad Pro"/>
            </a:rPr>
            <a:t>D.R 886 de 2014 Reglamenta Registro Nacional Bases de Datos</a:t>
          </a:r>
        </a:p>
      </dsp:txBody>
      <dsp:txXfrm>
        <a:off x="3048000" y="3555591"/>
        <a:ext cx="3047999" cy="800127"/>
      </dsp:txXfrm>
    </dsp:sp>
    <dsp:sp modelId="{2FE8B5D6-21B4-4E33-B112-D7AD6BC52B34}">
      <dsp:nvSpPr>
        <dsp:cNvPr id="0" name=""/>
        <dsp:cNvSpPr/>
      </dsp:nvSpPr>
      <dsp:spPr>
        <a:xfrm rot="10800000">
          <a:off x="0" y="95479"/>
          <a:ext cx="6096000" cy="2675209"/>
        </a:xfrm>
        <a:prstGeom prst="upArrowCallou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  <a:backdrop>
            <a:anchor x="0" y="0" z="-210000"/>
            <a:norm dx="0" dy="0" dz="914400"/>
            <a:up dx="0" dy="914400" dz="0"/>
          </a:backdrop>
        </a:scene3d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  <a:sp3d extrusionH="28000" prstMaterial="matte"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>
              <a:solidFill>
                <a:schemeClr val="bg1"/>
              </a:solidFill>
              <a:latin typeface="Myriad Pro"/>
              <a:ea typeface="+mn-ea"/>
              <a:cs typeface="Myriad Pro"/>
            </a:rPr>
            <a:t>Ley 1266 de 2008 Ley de Hábeas Data Financiero</a:t>
          </a:r>
        </a:p>
      </dsp:txBody>
      <dsp:txXfrm rot="-10800000">
        <a:off x="0" y="95479"/>
        <a:ext cx="6096000" cy="938998"/>
      </dsp:txXfrm>
    </dsp:sp>
    <dsp:sp modelId="{9620EC5F-4F37-4106-9203-A76B77E2DE6C}">
      <dsp:nvSpPr>
        <dsp:cNvPr id="0" name=""/>
        <dsp:cNvSpPr/>
      </dsp:nvSpPr>
      <dsp:spPr>
        <a:xfrm>
          <a:off x="0" y="940979"/>
          <a:ext cx="3047999" cy="799887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-26667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  <a:backdrop>
            <a:anchor x="0" y="0" z="-210000"/>
            <a:norm dx="0" dy="0" dz="914400"/>
            <a:up dx="0" dy="914400" dz="0"/>
          </a:backdrop>
        </a:scene3d>
        <a:sp3d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>
              <a:solidFill>
                <a:schemeClr val="tx1"/>
              </a:solidFill>
              <a:latin typeface="Myriad Pro"/>
              <a:ea typeface="+mn-ea"/>
              <a:cs typeface="Myriad Pro"/>
            </a:rPr>
            <a:t>D.R. 2952 de 2010</a:t>
          </a:r>
        </a:p>
      </dsp:txBody>
      <dsp:txXfrm>
        <a:off x="0" y="940979"/>
        <a:ext cx="3047999" cy="799887"/>
      </dsp:txXfrm>
    </dsp:sp>
    <dsp:sp modelId="{A1F8B08A-05C9-42FD-8EE1-E3607AF5C443}">
      <dsp:nvSpPr>
        <dsp:cNvPr id="0" name=""/>
        <dsp:cNvSpPr/>
      </dsp:nvSpPr>
      <dsp:spPr>
        <a:xfrm>
          <a:off x="3048000" y="940979"/>
          <a:ext cx="3047999" cy="799887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-4000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  <a:backdrop>
            <a:anchor x="0" y="0" z="-210000"/>
            <a:norm dx="0" dy="0" dz="914400"/>
            <a:up dx="0" dy="914400" dz="0"/>
          </a:backdrop>
        </a:scene3d>
        <a:sp3d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>
              <a:solidFill>
                <a:schemeClr val="tx1"/>
              </a:solidFill>
              <a:latin typeface="Myriad Pro"/>
              <a:ea typeface="+mn-ea"/>
              <a:cs typeface="Myriad Pro"/>
            </a:rPr>
            <a:t>D.R. 1727 de 2009</a:t>
          </a:r>
        </a:p>
      </dsp:txBody>
      <dsp:txXfrm>
        <a:off x="3048000" y="940979"/>
        <a:ext cx="3047999" cy="7998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814EF-B1B8-461A-8AB7-907B6FA950AA}">
      <dsp:nvSpPr>
        <dsp:cNvPr id="0" name=""/>
        <dsp:cNvSpPr/>
      </dsp:nvSpPr>
      <dsp:spPr>
        <a:xfrm>
          <a:off x="1891" y="1744518"/>
          <a:ext cx="2396390" cy="775211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Myriad Pro"/>
              <a:cs typeface="Myriad Pro"/>
            </a:rPr>
            <a:t>Recolectar</a:t>
          </a:r>
        </a:p>
      </dsp:txBody>
      <dsp:txXfrm>
        <a:off x="389497" y="1744518"/>
        <a:ext cx="1621179" cy="775211"/>
      </dsp:txXfrm>
    </dsp:sp>
    <dsp:sp modelId="{8696A1B0-D575-4206-9F25-A082CC51B9BC}">
      <dsp:nvSpPr>
        <dsp:cNvPr id="0" name=""/>
        <dsp:cNvSpPr/>
      </dsp:nvSpPr>
      <dsp:spPr>
        <a:xfrm>
          <a:off x="2204479" y="1744518"/>
          <a:ext cx="1938027" cy="775211"/>
        </a:xfrm>
        <a:prstGeom prst="chevron">
          <a:avLst/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shade val="51000"/>
                <a:satMod val="130000"/>
              </a:schemeClr>
            </a:gs>
            <a:gs pos="80000">
              <a:schemeClr val="accent4">
                <a:hueOff val="-1488257"/>
                <a:satOff val="8966"/>
                <a:lumOff val="719"/>
                <a:alphaOff val="0"/>
                <a:shade val="93000"/>
                <a:satMod val="13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Myriad Pro"/>
              <a:cs typeface="Myriad Pro"/>
            </a:rPr>
            <a:t>Almacenar</a:t>
          </a:r>
        </a:p>
      </dsp:txBody>
      <dsp:txXfrm>
        <a:off x="2592085" y="1744518"/>
        <a:ext cx="1162816" cy="775211"/>
      </dsp:txXfrm>
    </dsp:sp>
    <dsp:sp modelId="{8C87CFCA-EC32-4D1A-9B74-7CC34ED3448A}">
      <dsp:nvSpPr>
        <dsp:cNvPr id="0" name=""/>
        <dsp:cNvSpPr/>
      </dsp:nvSpPr>
      <dsp:spPr>
        <a:xfrm>
          <a:off x="3948704" y="1744518"/>
          <a:ext cx="1938027" cy="775211"/>
        </a:xfrm>
        <a:prstGeom prst="chevron">
          <a:avLst/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shade val="51000"/>
                <a:satMod val="130000"/>
              </a:schemeClr>
            </a:gs>
            <a:gs pos="80000">
              <a:schemeClr val="accent4">
                <a:hueOff val="-2976513"/>
                <a:satOff val="17933"/>
                <a:lumOff val="1437"/>
                <a:alphaOff val="0"/>
                <a:shade val="93000"/>
                <a:satMod val="13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Myriad Pro"/>
              <a:cs typeface="Myriad Pro"/>
            </a:rPr>
            <a:t>Usar</a:t>
          </a:r>
        </a:p>
      </dsp:txBody>
      <dsp:txXfrm>
        <a:off x="4336310" y="1744518"/>
        <a:ext cx="1162816" cy="775211"/>
      </dsp:txXfrm>
    </dsp:sp>
    <dsp:sp modelId="{B20F4F52-B7C8-42A6-9A85-A53605B171AD}">
      <dsp:nvSpPr>
        <dsp:cNvPr id="0" name=""/>
        <dsp:cNvSpPr/>
      </dsp:nvSpPr>
      <dsp:spPr>
        <a:xfrm>
          <a:off x="5692929" y="1744518"/>
          <a:ext cx="1938027" cy="775211"/>
        </a:xfrm>
        <a:prstGeom prst="chevron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Myriad Pro"/>
              <a:cs typeface="Myriad Pro"/>
            </a:rPr>
            <a:t>Circular</a:t>
          </a:r>
        </a:p>
      </dsp:txBody>
      <dsp:txXfrm>
        <a:off x="6080535" y="1744518"/>
        <a:ext cx="1162816" cy="7752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9F2C2-C28C-4CEA-98A6-142A7CF4D29B}">
      <dsp:nvSpPr>
        <dsp:cNvPr id="0" name=""/>
        <dsp:cNvSpPr/>
      </dsp:nvSpPr>
      <dsp:spPr>
        <a:xfrm>
          <a:off x="2589809" y="1515296"/>
          <a:ext cx="1948720" cy="168572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>
              <a:solidFill>
                <a:schemeClr val="bg1"/>
              </a:solidFill>
              <a:latin typeface="Myriad Pro"/>
              <a:cs typeface="Myriad Pro"/>
            </a:rPr>
            <a:t>LO QUE PUEDO HACER</a:t>
          </a:r>
        </a:p>
      </dsp:txBody>
      <dsp:txXfrm>
        <a:off x="2912739" y="1794644"/>
        <a:ext cx="1302860" cy="1127025"/>
      </dsp:txXfrm>
    </dsp:sp>
    <dsp:sp modelId="{E21D0277-4494-4CD2-A2EA-001C317BBACD}">
      <dsp:nvSpPr>
        <dsp:cNvPr id="0" name=""/>
        <dsp:cNvSpPr/>
      </dsp:nvSpPr>
      <dsp:spPr>
        <a:xfrm>
          <a:off x="3810082" y="726661"/>
          <a:ext cx="735246" cy="63351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4DEFC-CF41-413C-ABC8-CF3746276848}">
      <dsp:nvSpPr>
        <dsp:cNvPr id="0" name=""/>
        <dsp:cNvSpPr/>
      </dsp:nvSpPr>
      <dsp:spPr>
        <a:xfrm>
          <a:off x="2769314" y="0"/>
          <a:ext cx="1596962" cy="13815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Myriad Pro"/>
              <a:cs typeface="Myriad Pro"/>
            </a:rPr>
            <a:t>Conocer, actualizar y rectificar</a:t>
          </a:r>
        </a:p>
      </dsp:txBody>
      <dsp:txXfrm>
        <a:off x="3033965" y="228954"/>
        <a:ext cx="1067660" cy="923651"/>
      </dsp:txXfrm>
    </dsp:sp>
    <dsp:sp modelId="{7F7857AA-599F-4728-A374-9AAF084DE822}">
      <dsp:nvSpPr>
        <dsp:cNvPr id="0" name=""/>
        <dsp:cNvSpPr/>
      </dsp:nvSpPr>
      <dsp:spPr>
        <a:xfrm>
          <a:off x="4668172" y="1910991"/>
          <a:ext cx="735246" cy="63351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B2987-704F-4227-BA94-193D774AB295}">
      <dsp:nvSpPr>
        <dsp:cNvPr id="0" name=""/>
        <dsp:cNvSpPr/>
      </dsp:nvSpPr>
      <dsp:spPr>
        <a:xfrm>
          <a:off x="4233914" y="849752"/>
          <a:ext cx="1596962" cy="13815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>
              <a:latin typeface="Myriad Pro"/>
              <a:cs typeface="Myriad Pro"/>
            </a:rPr>
            <a:t>Prueba de autorización</a:t>
          </a:r>
        </a:p>
      </dsp:txBody>
      <dsp:txXfrm>
        <a:off x="4498565" y="1078706"/>
        <a:ext cx="1067660" cy="923651"/>
      </dsp:txXfrm>
    </dsp:sp>
    <dsp:sp modelId="{BC5CAA59-11CE-4DDA-939B-D0CDFF443681}">
      <dsp:nvSpPr>
        <dsp:cNvPr id="0" name=""/>
        <dsp:cNvSpPr/>
      </dsp:nvSpPr>
      <dsp:spPr>
        <a:xfrm>
          <a:off x="4072087" y="3247877"/>
          <a:ext cx="735246" cy="63351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5F7FF-CEC6-4C59-A711-E506E5287FD1}">
      <dsp:nvSpPr>
        <dsp:cNvPr id="0" name=""/>
        <dsp:cNvSpPr/>
      </dsp:nvSpPr>
      <dsp:spPr>
        <a:xfrm>
          <a:off x="4233914" y="2520265"/>
          <a:ext cx="1596962" cy="13815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Myriad Pro"/>
              <a:cs typeface="Myriad Pro"/>
            </a:rPr>
            <a:t>Informado sobre el uso</a:t>
          </a:r>
        </a:p>
      </dsp:txBody>
      <dsp:txXfrm>
        <a:off x="4498565" y="2749219"/>
        <a:ext cx="1067660" cy="923651"/>
      </dsp:txXfrm>
    </dsp:sp>
    <dsp:sp modelId="{D9CD2B46-B1E7-446A-8AC0-405E86362819}">
      <dsp:nvSpPr>
        <dsp:cNvPr id="0" name=""/>
        <dsp:cNvSpPr/>
      </dsp:nvSpPr>
      <dsp:spPr>
        <a:xfrm>
          <a:off x="2593435" y="3386651"/>
          <a:ext cx="735246" cy="63351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11497-5632-4DC2-A3BC-02F057C1B02C}">
      <dsp:nvSpPr>
        <dsp:cNvPr id="0" name=""/>
        <dsp:cNvSpPr/>
      </dsp:nvSpPr>
      <dsp:spPr>
        <a:xfrm>
          <a:off x="2769314" y="3370968"/>
          <a:ext cx="1596962" cy="13815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>
              <a:latin typeface="Myriad Pro"/>
              <a:cs typeface="Myriad Pro"/>
            </a:rPr>
            <a:t>Revocar la autorización y/o solicitar supresión </a:t>
          </a:r>
        </a:p>
      </dsp:txBody>
      <dsp:txXfrm>
        <a:off x="3033965" y="3599922"/>
        <a:ext cx="1067660" cy="923651"/>
      </dsp:txXfrm>
    </dsp:sp>
    <dsp:sp modelId="{4E62F354-5651-4A34-9B09-45A88EEA1FAB}">
      <dsp:nvSpPr>
        <dsp:cNvPr id="0" name=""/>
        <dsp:cNvSpPr/>
      </dsp:nvSpPr>
      <dsp:spPr>
        <a:xfrm>
          <a:off x="1721293" y="2202796"/>
          <a:ext cx="735246" cy="63351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3453D-2E9B-4D46-B8F3-54DA75C7B130}">
      <dsp:nvSpPr>
        <dsp:cNvPr id="0" name=""/>
        <dsp:cNvSpPr/>
      </dsp:nvSpPr>
      <dsp:spPr>
        <a:xfrm>
          <a:off x="1297915" y="2521216"/>
          <a:ext cx="1596962" cy="13815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Myriad Pro"/>
              <a:cs typeface="Myriad Pro"/>
            </a:rPr>
            <a:t>Consulta gratuita</a:t>
          </a:r>
        </a:p>
      </dsp:txBody>
      <dsp:txXfrm>
        <a:off x="1562566" y="2750170"/>
        <a:ext cx="1067660" cy="923651"/>
      </dsp:txXfrm>
    </dsp:sp>
    <dsp:sp modelId="{DCA33E01-A555-4B25-84BD-4CFDF513CE01}">
      <dsp:nvSpPr>
        <dsp:cNvPr id="0" name=""/>
        <dsp:cNvSpPr/>
      </dsp:nvSpPr>
      <dsp:spPr>
        <a:xfrm>
          <a:off x="1297915" y="847850"/>
          <a:ext cx="1596962" cy="138155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Myriad Pro"/>
              <a:cs typeface="Myriad Pro"/>
            </a:rPr>
            <a:t>Quejarme ante la SIC</a:t>
          </a:r>
        </a:p>
      </dsp:txBody>
      <dsp:txXfrm>
        <a:off x="1562566" y="1076804"/>
        <a:ext cx="1067660" cy="9236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20669-8DEC-4FC1-B453-79D571E33F42}">
      <dsp:nvSpPr>
        <dsp:cNvPr id="0" name=""/>
        <dsp:cNvSpPr/>
      </dsp:nvSpPr>
      <dsp:spPr>
        <a:xfrm>
          <a:off x="0" y="301376"/>
          <a:ext cx="669674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EDD77-9370-4764-AF52-3AF9C4DD8A5E}">
      <dsp:nvSpPr>
        <dsp:cNvPr id="0" name=""/>
        <dsp:cNvSpPr/>
      </dsp:nvSpPr>
      <dsp:spPr>
        <a:xfrm>
          <a:off x="334837" y="20936"/>
          <a:ext cx="4687720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DATOS DEL RESPONSABLE</a:t>
          </a:r>
          <a:endParaRPr lang="es-CO" sz="1600" kern="1200" dirty="0"/>
        </a:p>
      </dsp:txBody>
      <dsp:txXfrm>
        <a:off x="362217" y="48316"/>
        <a:ext cx="4632960" cy="506120"/>
      </dsp:txXfrm>
    </dsp:sp>
    <dsp:sp modelId="{E9620BFE-ABE8-42FA-AF0E-226D987EC7B0}">
      <dsp:nvSpPr>
        <dsp:cNvPr id="0" name=""/>
        <dsp:cNvSpPr/>
      </dsp:nvSpPr>
      <dsp:spPr>
        <a:xfrm>
          <a:off x="0" y="1163216"/>
          <a:ext cx="669674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E17EA5-847D-45F0-8DDA-973550ED8B5F}">
      <dsp:nvSpPr>
        <dsp:cNvPr id="0" name=""/>
        <dsp:cNvSpPr/>
      </dsp:nvSpPr>
      <dsp:spPr>
        <a:xfrm>
          <a:off x="334837" y="882776"/>
          <a:ext cx="4687720" cy="56088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TRATAMIENTO DE LOS DATOS Y FINALIDAD</a:t>
          </a:r>
        </a:p>
      </dsp:txBody>
      <dsp:txXfrm>
        <a:off x="362217" y="910156"/>
        <a:ext cx="4632960" cy="506120"/>
      </dsp:txXfrm>
    </dsp:sp>
    <dsp:sp modelId="{36D176A7-A68F-4361-9565-D58C97BEF546}">
      <dsp:nvSpPr>
        <dsp:cNvPr id="0" name=""/>
        <dsp:cNvSpPr/>
      </dsp:nvSpPr>
      <dsp:spPr>
        <a:xfrm>
          <a:off x="0" y="2025056"/>
          <a:ext cx="669674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09F1C1-F77F-492C-8942-6502CE3F0A0F}">
      <dsp:nvSpPr>
        <dsp:cNvPr id="0" name=""/>
        <dsp:cNvSpPr/>
      </dsp:nvSpPr>
      <dsp:spPr>
        <a:xfrm>
          <a:off x="334837" y="1744616"/>
          <a:ext cx="4687720" cy="5608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DERECHOS DE LOS TITULARES Y PROCEDIMIENTO PARA EJERCERLOS</a:t>
          </a:r>
        </a:p>
      </dsp:txBody>
      <dsp:txXfrm>
        <a:off x="362217" y="1771996"/>
        <a:ext cx="4632960" cy="506120"/>
      </dsp:txXfrm>
    </dsp:sp>
    <dsp:sp modelId="{354BCCAA-2EF3-408A-AAEE-0C5AF86CBAC2}">
      <dsp:nvSpPr>
        <dsp:cNvPr id="0" name=""/>
        <dsp:cNvSpPr/>
      </dsp:nvSpPr>
      <dsp:spPr>
        <a:xfrm>
          <a:off x="0" y="2886896"/>
          <a:ext cx="669674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AD69B8-57F0-4BD1-A751-7D7A98DFFAF2}">
      <dsp:nvSpPr>
        <dsp:cNvPr id="0" name=""/>
        <dsp:cNvSpPr/>
      </dsp:nvSpPr>
      <dsp:spPr>
        <a:xfrm>
          <a:off x="334837" y="2606456"/>
          <a:ext cx="4687720" cy="56088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PERSONA A LA CUAL DIRIGIRSE EN LA ORGANIZACIÓN</a:t>
          </a:r>
        </a:p>
      </dsp:txBody>
      <dsp:txXfrm>
        <a:off x="362217" y="2633836"/>
        <a:ext cx="4632960" cy="506120"/>
      </dsp:txXfrm>
    </dsp:sp>
    <dsp:sp modelId="{D8844233-5296-43E1-83F6-F647CD902BC5}">
      <dsp:nvSpPr>
        <dsp:cNvPr id="0" name=""/>
        <dsp:cNvSpPr/>
      </dsp:nvSpPr>
      <dsp:spPr>
        <a:xfrm>
          <a:off x="0" y="3748736"/>
          <a:ext cx="6696743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C8F9D-817F-4B13-8C35-6BDA0FD6B226}">
      <dsp:nvSpPr>
        <dsp:cNvPr id="0" name=""/>
        <dsp:cNvSpPr/>
      </dsp:nvSpPr>
      <dsp:spPr>
        <a:xfrm>
          <a:off x="334837" y="3468296"/>
          <a:ext cx="4687720" cy="5608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/>
            <a:t>FECHA ENTRADA EN VIGENCIA DE LA POLÍTICA  Y VIGENCIA DELA BASE DE DATOS</a:t>
          </a:r>
        </a:p>
      </dsp:txBody>
      <dsp:txXfrm>
        <a:off x="362217" y="3495676"/>
        <a:ext cx="4632960" cy="506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0585E-2046-46D8-911D-CFF464756FA7}">
      <dsp:nvSpPr>
        <dsp:cNvPr id="0" name=""/>
        <dsp:cNvSpPr/>
      </dsp:nvSpPr>
      <dsp:spPr>
        <a:xfrm>
          <a:off x="2366857" y="0"/>
          <a:ext cx="3711785" cy="371178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CE40E-170E-48C1-A893-5592B12AAAF9}">
      <dsp:nvSpPr>
        <dsp:cNvPr id="0" name=""/>
        <dsp:cNvSpPr/>
      </dsp:nvSpPr>
      <dsp:spPr>
        <a:xfrm>
          <a:off x="2099153" y="288027"/>
          <a:ext cx="1979993" cy="1447596"/>
        </a:xfrm>
        <a:prstGeom prst="roundRect">
          <a:avLst/>
        </a:prstGeom>
        <a:solidFill>
          <a:srgbClr val="F78B1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/>
            <a:t>Datos de contacto del Responsable</a:t>
          </a:r>
        </a:p>
      </dsp:txBody>
      <dsp:txXfrm>
        <a:off x="2169819" y="358693"/>
        <a:ext cx="1838661" cy="1306264"/>
      </dsp:txXfrm>
    </dsp:sp>
    <dsp:sp modelId="{6EC2F065-E131-436F-8C05-929F6E4C3895}">
      <dsp:nvSpPr>
        <dsp:cNvPr id="0" name=""/>
        <dsp:cNvSpPr/>
      </dsp:nvSpPr>
      <dsp:spPr>
        <a:xfrm>
          <a:off x="4346550" y="288027"/>
          <a:ext cx="1979993" cy="1447596"/>
        </a:xfrm>
        <a:prstGeom prst="round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Finalidad del tratamiento de los datos</a:t>
          </a:r>
          <a:endParaRPr lang="es-CO" sz="2200" kern="1200" dirty="0"/>
        </a:p>
      </dsp:txBody>
      <dsp:txXfrm>
        <a:off x="4417216" y="358693"/>
        <a:ext cx="1838661" cy="1306264"/>
      </dsp:txXfrm>
    </dsp:sp>
    <dsp:sp modelId="{17D66B84-262D-491B-92BC-4CF634F9BA15}">
      <dsp:nvSpPr>
        <dsp:cNvPr id="0" name=""/>
        <dsp:cNvSpPr/>
      </dsp:nvSpPr>
      <dsp:spPr>
        <a:xfrm>
          <a:off x="2093246" y="1872209"/>
          <a:ext cx="1979993" cy="1447596"/>
        </a:xfrm>
        <a:prstGeom prst="roundRect">
          <a:avLst/>
        </a:prstGeom>
        <a:solidFill>
          <a:srgbClr val="86D68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2200" kern="1200" dirty="0"/>
            <a:t>Los derechos que le asisten al titular</a:t>
          </a:r>
          <a:endParaRPr lang="es-CO" sz="2200" kern="1200" dirty="0"/>
        </a:p>
      </dsp:txBody>
      <dsp:txXfrm>
        <a:off x="2163912" y="1942875"/>
        <a:ext cx="1838661" cy="1306264"/>
      </dsp:txXfrm>
    </dsp:sp>
    <dsp:sp modelId="{0623ADBB-3462-4F16-8F41-CFDC74205279}">
      <dsp:nvSpPr>
        <dsp:cNvPr id="0" name=""/>
        <dsp:cNvSpPr/>
      </dsp:nvSpPr>
      <dsp:spPr>
        <a:xfrm>
          <a:off x="4346543" y="1872209"/>
          <a:ext cx="1980007" cy="1447596"/>
        </a:xfrm>
        <a:prstGeom prst="roundRect">
          <a:avLst/>
        </a:prstGeom>
        <a:solidFill>
          <a:srgbClr val="FF669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2200" kern="1200" dirty="0"/>
            <a:t>Cómo acceder a la política de tratamiento</a:t>
          </a:r>
          <a:endParaRPr lang="es-CO" sz="2200" kern="1200" dirty="0"/>
        </a:p>
      </dsp:txBody>
      <dsp:txXfrm>
        <a:off x="4417209" y="1942875"/>
        <a:ext cx="1838675" cy="13062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245D7-0A0E-44D5-B2EA-96B29F9D930B}">
      <dsp:nvSpPr>
        <dsp:cNvPr id="0" name=""/>
        <dsp:cNvSpPr/>
      </dsp:nvSpPr>
      <dsp:spPr>
        <a:xfrm>
          <a:off x="2065470" y="0"/>
          <a:ext cx="2084039" cy="1680186"/>
        </a:xfrm>
        <a:prstGeom prst="trapezoid">
          <a:avLst>
            <a:gd name="adj" fmla="val 62018"/>
          </a:avLst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Política y Aviso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000" kern="1200" dirty="0"/>
        </a:p>
      </dsp:txBody>
      <dsp:txXfrm>
        <a:off x="2065470" y="0"/>
        <a:ext cx="2084039" cy="1680186"/>
      </dsp:txXfrm>
    </dsp:sp>
    <dsp:sp modelId="{C88AB7FE-8039-4837-BCA7-7A47DDBCA2A5}">
      <dsp:nvSpPr>
        <dsp:cNvPr id="0" name=""/>
        <dsp:cNvSpPr/>
      </dsp:nvSpPr>
      <dsp:spPr>
        <a:xfrm>
          <a:off x="1042019" y="1680186"/>
          <a:ext cx="4168078" cy="1680186"/>
        </a:xfrm>
        <a:prstGeom prst="trapezoid">
          <a:avLst>
            <a:gd name="adj" fmla="val 62018"/>
          </a:avLst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kern="1200" dirty="0"/>
            <a:t>Adopción política seguridad de la información y designación del Oficial de protección</a:t>
          </a:r>
        </a:p>
      </dsp:txBody>
      <dsp:txXfrm>
        <a:off x="1771433" y="1680186"/>
        <a:ext cx="2709251" cy="1680186"/>
      </dsp:txXfrm>
    </dsp:sp>
    <dsp:sp modelId="{C884735F-47EC-473D-9AD1-9D2F98A62348}">
      <dsp:nvSpPr>
        <dsp:cNvPr id="0" name=""/>
        <dsp:cNvSpPr/>
      </dsp:nvSpPr>
      <dsp:spPr>
        <a:xfrm>
          <a:off x="0" y="3360373"/>
          <a:ext cx="6252118" cy="1680186"/>
        </a:xfrm>
        <a:prstGeom prst="trapezoid">
          <a:avLst>
            <a:gd name="adj" fmla="val 62018"/>
          </a:avLst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100" kern="1200" dirty="0"/>
            <a:t>Levantamiento de procesos</a:t>
          </a:r>
        </a:p>
      </dsp:txBody>
      <dsp:txXfrm>
        <a:off x="1094120" y="3360373"/>
        <a:ext cx="4063876" cy="16801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1AF06-2DB2-4F48-9728-F50057BCAE7C}">
      <dsp:nvSpPr>
        <dsp:cNvPr id="0" name=""/>
        <dsp:cNvSpPr/>
      </dsp:nvSpPr>
      <dsp:spPr>
        <a:xfrm>
          <a:off x="28518" y="0"/>
          <a:ext cx="1434534" cy="4320480"/>
        </a:xfrm>
        <a:prstGeom prst="roundRect">
          <a:avLst>
            <a:gd name="adj" fmla="val 1000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b="1" kern="1200" dirty="0">
              <a:solidFill>
                <a:schemeClr val="tx1"/>
              </a:solidFill>
            </a:rPr>
            <a:t>I</a:t>
          </a:r>
          <a:r>
            <a:rPr lang="es-CO" sz="1600" b="1" kern="1200" dirty="0">
              <a:solidFill>
                <a:schemeClr val="tx1"/>
              </a:solidFill>
            </a:rPr>
            <a:t>nventario Bases de Datos</a:t>
          </a:r>
        </a:p>
      </dsp:txBody>
      <dsp:txXfrm>
        <a:off x="28518" y="1728192"/>
        <a:ext cx="1434534" cy="1728192"/>
      </dsp:txXfrm>
    </dsp:sp>
    <dsp:sp modelId="{83F56533-7610-48B3-AE39-6AC0B8A62849}">
      <dsp:nvSpPr>
        <dsp:cNvPr id="0" name=""/>
        <dsp:cNvSpPr/>
      </dsp:nvSpPr>
      <dsp:spPr>
        <a:xfrm>
          <a:off x="43036" y="259228"/>
          <a:ext cx="1348462" cy="143871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9B6CE-119F-467A-8F48-41698AFCA598}">
      <dsp:nvSpPr>
        <dsp:cNvPr id="0" name=""/>
        <dsp:cNvSpPr/>
      </dsp:nvSpPr>
      <dsp:spPr>
        <a:xfrm>
          <a:off x="1477570" y="0"/>
          <a:ext cx="1434534" cy="4320480"/>
        </a:xfrm>
        <a:prstGeom prst="roundRect">
          <a:avLst>
            <a:gd name="adj" fmla="val 10000"/>
          </a:avLst>
        </a:prstGeom>
        <a:solidFill>
          <a:schemeClr val="accent3">
            <a:shade val="50000"/>
            <a:hueOff val="107022"/>
            <a:satOff val="-1708"/>
            <a:lumOff val="164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>
              <a:solidFill>
                <a:schemeClr val="tx1"/>
              </a:solidFill>
            </a:rPr>
            <a:t>Elaboración de Políticas</a:t>
          </a:r>
        </a:p>
      </dsp:txBody>
      <dsp:txXfrm>
        <a:off x="1477570" y="1728192"/>
        <a:ext cx="1434534" cy="1728192"/>
      </dsp:txXfrm>
    </dsp:sp>
    <dsp:sp modelId="{C962D124-27C5-4C5B-9EA1-C2FFA06DFDA5}">
      <dsp:nvSpPr>
        <dsp:cNvPr id="0" name=""/>
        <dsp:cNvSpPr/>
      </dsp:nvSpPr>
      <dsp:spPr>
        <a:xfrm>
          <a:off x="1520606" y="259228"/>
          <a:ext cx="1348462" cy="143871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655069-AA27-47AB-BF0F-F63A202084ED}">
      <dsp:nvSpPr>
        <dsp:cNvPr id="0" name=""/>
        <dsp:cNvSpPr/>
      </dsp:nvSpPr>
      <dsp:spPr>
        <a:xfrm>
          <a:off x="2955140" y="0"/>
          <a:ext cx="1434534" cy="4320480"/>
        </a:xfrm>
        <a:prstGeom prst="roundRect">
          <a:avLst>
            <a:gd name="adj" fmla="val 10000"/>
          </a:avLst>
        </a:prstGeom>
        <a:solidFill>
          <a:schemeClr val="accent3">
            <a:shade val="50000"/>
            <a:hueOff val="214045"/>
            <a:satOff val="-3415"/>
            <a:lumOff val="328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>
              <a:solidFill>
                <a:schemeClr val="tx1"/>
              </a:solidFill>
            </a:rPr>
            <a:t>Contar con un SAR</a:t>
          </a:r>
        </a:p>
      </dsp:txBody>
      <dsp:txXfrm>
        <a:off x="2955140" y="1728192"/>
        <a:ext cx="1434534" cy="1728192"/>
      </dsp:txXfrm>
    </dsp:sp>
    <dsp:sp modelId="{B75BEDE6-0A6C-4448-AC2B-4E40B8889A15}">
      <dsp:nvSpPr>
        <dsp:cNvPr id="0" name=""/>
        <dsp:cNvSpPr/>
      </dsp:nvSpPr>
      <dsp:spPr>
        <a:xfrm>
          <a:off x="2998176" y="259228"/>
          <a:ext cx="1348462" cy="1438719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D5317-8D08-4028-88B2-61625C8B4858}">
      <dsp:nvSpPr>
        <dsp:cNvPr id="0" name=""/>
        <dsp:cNvSpPr/>
      </dsp:nvSpPr>
      <dsp:spPr>
        <a:xfrm>
          <a:off x="4432711" y="0"/>
          <a:ext cx="1434534" cy="4320480"/>
        </a:xfrm>
        <a:prstGeom prst="roundRect">
          <a:avLst>
            <a:gd name="adj" fmla="val 10000"/>
          </a:avLst>
        </a:prstGeom>
        <a:solidFill>
          <a:schemeClr val="accent3">
            <a:shade val="50000"/>
            <a:hueOff val="214045"/>
            <a:satOff val="-3415"/>
            <a:lumOff val="328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>
              <a:solidFill>
                <a:schemeClr val="tx1"/>
              </a:solidFill>
            </a:rPr>
            <a:t>Formación y Educación</a:t>
          </a:r>
        </a:p>
      </dsp:txBody>
      <dsp:txXfrm>
        <a:off x="4432711" y="1728192"/>
        <a:ext cx="1434534" cy="1728192"/>
      </dsp:txXfrm>
    </dsp:sp>
    <dsp:sp modelId="{B060CD74-9EFD-4ABB-A921-761457E0F6DA}">
      <dsp:nvSpPr>
        <dsp:cNvPr id="0" name=""/>
        <dsp:cNvSpPr/>
      </dsp:nvSpPr>
      <dsp:spPr>
        <a:xfrm>
          <a:off x="4475747" y="259228"/>
          <a:ext cx="1348462" cy="1438719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473B45-0B95-4CEA-8371-198901FFDC7E}">
      <dsp:nvSpPr>
        <dsp:cNvPr id="0" name=""/>
        <dsp:cNvSpPr/>
      </dsp:nvSpPr>
      <dsp:spPr>
        <a:xfrm>
          <a:off x="5910281" y="0"/>
          <a:ext cx="1434534" cy="4320480"/>
        </a:xfrm>
        <a:prstGeom prst="roundRect">
          <a:avLst>
            <a:gd name="adj" fmla="val 10000"/>
          </a:avLst>
        </a:prstGeom>
        <a:solidFill>
          <a:schemeClr val="accent3">
            <a:shade val="50000"/>
            <a:hueOff val="107022"/>
            <a:satOff val="-1708"/>
            <a:lumOff val="164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dirty="0">
              <a:solidFill>
                <a:schemeClr val="tx1"/>
              </a:solidFill>
            </a:rPr>
            <a:t>Comunicación con los titulares</a:t>
          </a:r>
        </a:p>
      </dsp:txBody>
      <dsp:txXfrm>
        <a:off x="5910281" y="1728192"/>
        <a:ext cx="1434534" cy="1728192"/>
      </dsp:txXfrm>
    </dsp:sp>
    <dsp:sp modelId="{6CC6BF9C-69C3-44E7-ABC2-BF4707BFC422}">
      <dsp:nvSpPr>
        <dsp:cNvPr id="0" name=""/>
        <dsp:cNvSpPr/>
      </dsp:nvSpPr>
      <dsp:spPr>
        <a:xfrm>
          <a:off x="5953317" y="259228"/>
          <a:ext cx="1348462" cy="1438719"/>
        </a:xfrm>
        <a:prstGeom prst="ellipse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79BA87-BE4B-4AF7-A2A4-78C529F3A38F}">
      <dsp:nvSpPr>
        <dsp:cNvPr id="0" name=""/>
        <dsp:cNvSpPr/>
      </dsp:nvSpPr>
      <dsp:spPr>
        <a:xfrm>
          <a:off x="293792" y="3456384"/>
          <a:ext cx="6757230" cy="648072"/>
        </a:xfrm>
        <a:prstGeom prst="leftRightArrow">
          <a:avLst/>
        </a:prstGeom>
        <a:solidFill>
          <a:schemeClr val="accent3">
            <a:tint val="55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76DD7B3-723B-4838-BA81-9F16FFCC5A1C}" type="datetimeFigureOut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168B92A-4F58-4A1A-A7FC-9E9BCEC77980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7984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A090537-8DF5-485C-83AD-64EA0346E2FD}" type="datetimeFigureOut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A7F2614-2A4B-4532-908C-1FF4C5C4682D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00742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R" dirty="0"/>
          </a:p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7F2614-2A4B-4532-908C-1FF4C5C4682D}" type="slidenum">
              <a:rPr lang="es-CO" smtClean="0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es-CO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706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 Imagen" descr="ESCUDITO PARA EMP VINCULADAS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62263" y="0"/>
            <a:ext cx="62817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799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11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6722B-9603-4E1E-BECF-A2CD2592CBFC}" type="datetime1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6FDF9-36FE-452A-B7AF-3CC6D9CFFFBC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3534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75718-C358-4357-845B-BE0F47CA0252}" type="datetime1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56E20-09A1-4539-AD42-358309F38463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0369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A2F3D-7E4A-4B2B-8B11-7EC75E1A8BAE}" type="datetime1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9A535-7E97-4710-B189-76C2EECCA96A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54708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5B218-196B-4D25-8828-3D959C76A61F}" type="datetime1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2856F-0B8E-4B1D-9FFF-AB1895785286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326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A44BD-C79F-4285-8D7E-CB94565554F5}" type="datetime1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8B0D7-64C3-4E26-9987-4CB5CF89AB22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3002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s-CO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3F506-10DF-4F17-BAB5-680C4AD7ADC9}" type="datetime1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13164-8320-4FF9-9577-13D6D296E476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2138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 Imagen" descr="ESCUDITO PARA EMP VINCULADAS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62263" y="0"/>
            <a:ext cx="62817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7 Imagen" descr="CABEZOTE 1 PPT_EMP VINCULADAS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438" y="5995988"/>
            <a:ext cx="33575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8 Imagen" descr="SIC_PPT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49525" y="785813"/>
            <a:ext cx="3808413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656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85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2D1AB-569A-4EA3-85F1-922D5653DCCE}" type="datetime1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7/12/2022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079EE-FF66-48BF-99FC-C5A0B24A41D6}" type="slidenum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384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EC0CB-A106-48EB-918A-304F3AF1790E}" type="datetime1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7/12/2022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62B86-DB6A-4971-9B02-264A36BCD755}" type="slidenum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758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4FE5-6E7F-4438-8AF6-7F2373E197AE}" type="datetime1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7/12/2022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FB6A1-0CA3-49D4-A52E-F78EB4B26D7C}" type="slidenum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716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3D744-6B07-4794-BECC-08E656F5CF2A}" type="datetime1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7/12/2022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FD1D2-6BD3-4819-99F6-782BB39A0DDA}" type="slidenum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761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B80E4-B65D-4099-824B-7793789CBE99}" type="datetime1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7/12/2022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9A956-4B8A-49C8-BBFD-091618C7D166}" type="slidenum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706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s-CO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8DDF6-FDD3-4010-A6ED-732E04E6311F}" type="datetime1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7/12/2022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17D81-E187-4F6F-826F-AAC86C432043}" type="slidenum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435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0" y="6286500"/>
            <a:ext cx="5929313" cy="357188"/>
          </a:xfrm>
          <a:prstGeom prst="rect">
            <a:avLst/>
          </a:prstGeom>
          <a:solidFill>
            <a:srgbClr val="439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 dirty="0"/>
          </a:p>
        </p:txBody>
      </p:sp>
      <p:pic>
        <p:nvPicPr>
          <p:cNvPr id="3" name="7 Imagen" descr="CABEZOTE 1 PPT_EMP VINCULADA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3" y="6165850"/>
            <a:ext cx="321468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8 Imagen" descr="SIC_PP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85750"/>
            <a:ext cx="192881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119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0" y="6286500"/>
            <a:ext cx="5929313" cy="357188"/>
          </a:xfrm>
          <a:prstGeom prst="rect">
            <a:avLst/>
          </a:prstGeom>
          <a:solidFill>
            <a:srgbClr val="439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 dirty="0"/>
          </a:p>
        </p:txBody>
      </p:sp>
      <p:pic>
        <p:nvPicPr>
          <p:cNvPr id="3" name="7 Imagen" descr="CABEZOTE 1 PPT_EMP VINCULADA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3" y="6165850"/>
            <a:ext cx="321468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8 Imagen" descr="SIC_PP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85750"/>
            <a:ext cx="192881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791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0" y="6286500"/>
            <a:ext cx="5929313" cy="357188"/>
          </a:xfrm>
          <a:prstGeom prst="rect">
            <a:avLst/>
          </a:prstGeom>
          <a:solidFill>
            <a:srgbClr val="439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 dirty="0"/>
          </a:p>
        </p:txBody>
      </p:sp>
      <p:pic>
        <p:nvPicPr>
          <p:cNvPr id="3" name="7 Imagen" descr="CABEZOTE 1 PPT_EMP VINCULADA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3" y="6165850"/>
            <a:ext cx="321468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8 Imagen" descr="SIC_PP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85750"/>
            <a:ext cx="192881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9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E14969-82EC-415D-978B-94AC1458E0C2}" type="datetime1">
              <a:rPr lang="es-CO"/>
              <a:pPr>
                <a:defRPr/>
              </a:pPr>
              <a:t>7/12/2022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BDCD45E-7B54-4504-9A9F-56C6FEDB6E90}" type="slidenum">
              <a:rPr lang="es-CO"/>
              <a:pPr>
                <a:defRPr/>
              </a:pPr>
              <a:t>‹Nº›</a:t>
            </a:fld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E232733-8923-4A9B-9C4E-FBA28A2C3AD1}" type="datetime1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7/12/2022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E9856E-B14E-430C-A262-E3070F431C8C}" type="slidenum">
              <a:rPr lang="es-CO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241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prstClr val="white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683568" y="2882307"/>
            <a:ext cx="777686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sz="2800" b="1" dirty="0">
                <a:solidFill>
                  <a:srgbClr val="002B82"/>
                </a:solidFill>
                <a:latin typeface="Myriad Pro"/>
                <a:cs typeface="Myriad Pro"/>
              </a:rPr>
              <a:t>Régimen de protección de datos personales  en Colombia</a:t>
            </a:r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1563638" y="4221088"/>
            <a:ext cx="63927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yriad Pro"/>
                <a:cs typeface="Myriad Pro"/>
              </a:rPr>
              <a:t>Delegatura</a:t>
            </a:r>
            <a:r>
              <a:rPr lang="es-CO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yriad Pro"/>
                <a:cs typeface="Myriad Pro"/>
              </a:rPr>
              <a:t> para la Protección de Datos Personales</a:t>
            </a:r>
          </a:p>
        </p:txBody>
      </p:sp>
      <p:sp>
        <p:nvSpPr>
          <p:cNvPr id="9" name="14 CuadroTexto"/>
          <p:cNvSpPr txBox="1">
            <a:spLocks noChangeArrowheads="1"/>
          </p:cNvSpPr>
          <p:nvPr/>
        </p:nvSpPr>
        <p:spPr bwMode="auto">
          <a:xfrm>
            <a:off x="2165374" y="4509120"/>
            <a:ext cx="52149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sz="2000" dirty="0">
                <a:solidFill>
                  <a:srgbClr val="002B82"/>
                </a:solidFill>
                <a:latin typeface="Myriad Pro"/>
                <a:cs typeface="Myriad Pro"/>
              </a:rPr>
              <a:t> 2015</a:t>
            </a:r>
          </a:p>
        </p:txBody>
      </p:sp>
      <p:pic>
        <p:nvPicPr>
          <p:cNvPr id="10" name="Imagen 9" descr="Logo_SIC-06.pn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1706" y="234696"/>
            <a:ext cx="4722449" cy="2331590"/>
          </a:xfrm>
          <a:prstGeom prst="rect">
            <a:avLst/>
          </a:prstGeom>
        </p:spPr>
      </p:pic>
      <p:pic>
        <p:nvPicPr>
          <p:cNvPr id="11" name="Imagen 10" descr="MINCOMERCIO NUEVO LOGO DIC 10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1866" y="5756991"/>
            <a:ext cx="4280320" cy="913019"/>
          </a:xfrm>
          <a:prstGeom prst="rect">
            <a:avLst/>
          </a:prstGeom>
        </p:spPr>
      </p:pic>
      <p:cxnSp>
        <p:nvCxnSpPr>
          <p:cNvPr id="12" name="Conector recto 11"/>
          <p:cNvCxnSpPr/>
          <p:nvPr/>
        </p:nvCxnSpPr>
        <p:spPr>
          <a:xfrm>
            <a:off x="138049" y="5536100"/>
            <a:ext cx="8890335" cy="0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95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42988" y="1341438"/>
            <a:ext cx="72739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CO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Usted es el dueño de sus datos personales</a:t>
            </a:r>
          </a:p>
          <a:p>
            <a:pPr algn="ctr">
              <a:defRPr/>
            </a:pPr>
            <a:r>
              <a:rPr lang="es-CO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Solo usted decide a quien los entrega, para qué, como y cuando </a:t>
            </a:r>
          </a:p>
        </p:txBody>
      </p:sp>
      <p:pic>
        <p:nvPicPr>
          <p:cNvPr id="15363" name="Picture 2" descr="Resultado de imagen para privacid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781300"/>
            <a:ext cx="5416550" cy="296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51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42988" y="1412875"/>
            <a:ext cx="7273925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CO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haga con los datos de los demás lo que no quiere que hagan con los suyos</a:t>
            </a:r>
          </a:p>
        </p:txBody>
      </p:sp>
      <p:pic>
        <p:nvPicPr>
          <p:cNvPr id="16387" name="Picture 2" descr="Resultado de imagen para privacid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708275"/>
            <a:ext cx="5327650" cy="284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520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16013" y="981075"/>
            <a:ext cx="720090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CO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 mejor pedir permiso y que pedir perdón</a:t>
            </a:r>
          </a:p>
          <a:p>
            <a:pPr algn="ctr">
              <a:defRPr/>
            </a:pPr>
            <a:endParaRPr lang="es-CO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1" name="AutoShape 14" descr="El cura de Facebook!!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CO" altLang="es-CO" sz="1800"/>
          </a:p>
        </p:txBody>
      </p:sp>
      <p:pic>
        <p:nvPicPr>
          <p:cNvPr id="17412" name="Picture 16" descr="http://chistesdominicanos.com/wp-content/uploads/2014/04/cura-facebook-confesionari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811338"/>
            <a:ext cx="5075238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015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480986" y="1340768"/>
            <a:ext cx="7772400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ES_tradnl" sz="2800" b="1" dirty="0">
                <a:solidFill>
                  <a:srgbClr val="002B82"/>
                </a:solidFill>
                <a:latin typeface="Futura Std Book" pitchFamily="34" charset="0"/>
              </a:rPr>
              <a:t>MARCO CONSTITUCIONAL</a:t>
            </a:r>
            <a:endParaRPr lang="en-US" sz="2800" b="1" dirty="0">
              <a:solidFill>
                <a:srgbClr val="002B82"/>
              </a:solidFill>
              <a:latin typeface="Futura Std Book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539552" y="2276872"/>
            <a:ext cx="842493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000" dirty="0">
                <a:solidFill>
                  <a:srgbClr val="002B82"/>
                </a:solidFill>
                <a:latin typeface="Futura Std Book" pitchFamily="34" charset="0"/>
              </a:rPr>
              <a:t>Artículo 15 de la Constitución Política:</a:t>
            </a:r>
          </a:p>
          <a:p>
            <a:pPr algn="just"/>
            <a:endParaRPr lang="es-ES_tradnl" sz="2000" i="1" dirty="0">
              <a:solidFill>
                <a:srgbClr val="002B82"/>
              </a:solidFill>
              <a:latin typeface="Futura Std Book" pitchFamily="34" charset="0"/>
            </a:endParaRPr>
          </a:p>
          <a:p>
            <a:pPr algn="just"/>
            <a:r>
              <a:rPr lang="es-ES_tradnl" sz="2000" i="1" dirty="0">
                <a:solidFill>
                  <a:srgbClr val="002B82"/>
                </a:solidFill>
                <a:latin typeface="Futura Std Book" pitchFamily="34" charset="0"/>
              </a:rPr>
              <a:t>“</a:t>
            </a:r>
            <a:r>
              <a:rPr lang="es-CO" sz="2000" i="1" dirty="0">
                <a:solidFill>
                  <a:srgbClr val="002B82"/>
                </a:solidFill>
                <a:latin typeface="Futura Std Book" pitchFamily="34" charset="0"/>
              </a:rPr>
              <a:t>Todas las personas tienen derecho a su intimidad personal y familiar y a su buen nombre, y el Estado debe respetarlos y hacerlos respetar. De igual modo, tienen </a:t>
            </a:r>
            <a:r>
              <a:rPr lang="es-CO" sz="2000" b="1" i="1" dirty="0">
                <a:solidFill>
                  <a:srgbClr val="002B82"/>
                </a:solidFill>
                <a:latin typeface="Futura Std Book" pitchFamily="34" charset="0"/>
              </a:rPr>
              <a:t>derecho a conocer, actualizar y rectificar las informaciones que se hayan recogido sobre ellas en bancos de datos y en archivos de entidades públicas y privadas</a:t>
            </a:r>
            <a:r>
              <a:rPr lang="es-CO" sz="2000" i="1" dirty="0">
                <a:solidFill>
                  <a:srgbClr val="002B82"/>
                </a:solidFill>
                <a:latin typeface="Futura Std Book" pitchFamily="34" charset="0"/>
              </a:rPr>
              <a:t>” .</a:t>
            </a:r>
          </a:p>
          <a:p>
            <a:pPr algn="just"/>
            <a:endParaRPr lang="es-CO" sz="2000" i="1" dirty="0">
              <a:solidFill>
                <a:srgbClr val="002B82"/>
              </a:solidFill>
              <a:latin typeface="Futura Std Book" pitchFamily="34" charset="0"/>
            </a:endParaRPr>
          </a:p>
          <a:p>
            <a:pPr algn="just"/>
            <a:r>
              <a:rPr lang="es-CO" sz="2000" b="1" i="1" dirty="0">
                <a:solidFill>
                  <a:srgbClr val="002B82"/>
                </a:solidFill>
                <a:latin typeface="Futura Std Book" pitchFamily="34" charset="0"/>
              </a:rPr>
              <a:t>En la recolección, tratamiento y circulación de datos se respetarán la libertad y demás garantías consagradas en la Constitución</a:t>
            </a:r>
            <a:r>
              <a:rPr lang="es-CO" sz="2000" i="1" dirty="0">
                <a:solidFill>
                  <a:srgbClr val="002B82"/>
                </a:solidFill>
                <a:latin typeface="Futura Std Book" pitchFamily="34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29902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1 Diagrama"/>
          <p:cNvGraphicFramePr/>
          <p:nvPr/>
        </p:nvGraphicFramePr>
        <p:xfrm>
          <a:off x="1619672" y="1556792"/>
          <a:ext cx="6096000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1 Rectángulo"/>
          <p:cNvSpPr/>
          <p:nvPr/>
        </p:nvSpPr>
        <p:spPr>
          <a:xfrm rot="10800000" flipV="1">
            <a:off x="1187623" y="976881"/>
            <a:ext cx="669674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REGULACIÓN HABEAS DATA</a:t>
            </a:r>
          </a:p>
        </p:txBody>
      </p:sp>
    </p:spTree>
    <p:extLst>
      <p:ext uri="{BB962C8B-B14F-4D97-AF65-F5344CB8AC3E}">
        <p14:creationId xmlns:p14="http://schemas.microsoft.com/office/powerpoint/2010/main" val="216877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 rot="10800000" flipV="1">
            <a:off x="2555776" y="1261066"/>
            <a:ext cx="496855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¿QUE ES UN DATO PERSONAL?</a:t>
            </a: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755576" y="2924944"/>
            <a:ext cx="468052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200" dirty="0">
                <a:solidFill>
                  <a:srgbClr val="002B82"/>
                </a:solidFill>
                <a:latin typeface="Myriad Pro"/>
                <a:cs typeface="Myriad Pro"/>
              </a:rPr>
              <a:t>Ley 1581 de 2012: Cualquier información vinculada o que pueda asociarse a una o varias </a:t>
            </a:r>
            <a:r>
              <a:rPr lang="es-ES_tradnl" sz="22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personas naturales </a:t>
            </a:r>
            <a:r>
              <a:rPr lang="es-ES_tradnl" sz="2200" dirty="0">
                <a:solidFill>
                  <a:srgbClr val="002B82"/>
                </a:solidFill>
                <a:latin typeface="Myriad Pro"/>
                <a:cs typeface="Myriad Pro"/>
              </a:rPr>
              <a:t>determinadas o determinables.</a:t>
            </a:r>
          </a:p>
        </p:txBody>
      </p:sp>
      <p:pic>
        <p:nvPicPr>
          <p:cNvPr id="4" name="Imagen 3" descr="IMG_001-02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3688" y="1124744"/>
            <a:ext cx="792088" cy="792088"/>
          </a:xfrm>
          <a:prstGeom prst="rect">
            <a:avLst/>
          </a:prstGeom>
        </p:spPr>
      </p:pic>
      <p:pic>
        <p:nvPicPr>
          <p:cNvPr id="6" name="Imagen 5" descr="1010496_74901061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0112" y="2132856"/>
            <a:ext cx="309634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71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0" y="1556792"/>
            <a:ext cx="9144000" cy="1368152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redondeado 5"/>
          <p:cNvSpPr/>
          <p:nvPr/>
        </p:nvSpPr>
        <p:spPr>
          <a:xfrm>
            <a:off x="0" y="3068960"/>
            <a:ext cx="9144000" cy="1296144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redondeado 6"/>
          <p:cNvSpPr/>
          <p:nvPr/>
        </p:nvSpPr>
        <p:spPr>
          <a:xfrm>
            <a:off x="0" y="4509120"/>
            <a:ext cx="9144000" cy="72008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redondeado 7"/>
          <p:cNvSpPr/>
          <p:nvPr/>
        </p:nvSpPr>
        <p:spPr>
          <a:xfrm>
            <a:off x="0" y="5373216"/>
            <a:ext cx="9144000" cy="43204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323528" y="1628800"/>
            <a:ext cx="8496944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s-ES_tradnl" sz="1900" b="1" dirty="0">
                <a:solidFill>
                  <a:schemeClr val="accent3">
                    <a:lumMod val="75000"/>
                  </a:schemeClr>
                </a:solidFill>
                <a:latin typeface="Myriad Pro"/>
                <a:cs typeface="Myriad Pro"/>
              </a:rPr>
              <a:t>Dato Público</a:t>
            </a:r>
            <a:r>
              <a:rPr lang="es-ES_tradnl" sz="1900" dirty="0">
                <a:solidFill>
                  <a:schemeClr val="accent3">
                    <a:lumMod val="75000"/>
                  </a:schemeClr>
                </a:solidFill>
                <a:latin typeface="Myriad Pro"/>
                <a:cs typeface="Myriad Pro"/>
              </a:rPr>
              <a:t>:  </a:t>
            </a:r>
            <a:r>
              <a:rPr lang="es-ES_tradnl" sz="1900" dirty="0">
                <a:latin typeface="Myriad Pro"/>
                <a:cs typeface="Myriad Pro"/>
              </a:rPr>
              <a:t>Calificado como tal en la ley. Dato que no es semiprivado, privado o sensible (Ej. datos relativos al estado civil de las personas, su profesión u oficio, su calidad de comerciante o servidor público y aquellos que pueden obtenerse sin reserva alguna).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s-ES_tradnl" sz="19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s-ES_tradnl" sz="1900" b="1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Dato semiprivado:</a:t>
            </a:r>
            <a:r>
              <a:rPr lang="es-ES_tradnl" sz="1900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 </a:t>
            </a:r>
            <a:r>
              <a:rPr lang="es-ES_tradnl" sz="1900" dirty="0">
                <a:solidFill>
                  <a:srgbClr val="000000"/>
                </a:solidFill>
                <a:latin typeface="Myriad Pro"/>
                <a:cs typeface="Myriad Pro"/>
              </a:rPr>
              <a:t>Dato que no tiene naturaleza íntima, reservada, ni pública y cuyo conocimiento interesa al titular y a cierto sector o grupo de personas o a la sociedad en general (Ej. datos financieros y crediticios, dirección, teléfono, correo electrónico).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s-ES_tradnl" sz="1900" b="1" dirty="0">
              <a:solidFill>
                <a:srgbClr val="FF0000"/>
              </a:solidFill>
              <a:latin typeface="Myriad Pro"/>
              <a:cs typeface="Myriad Pro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s-ES_tradnl" sz="1900" b="1" dirty="0">
                <a:solidFill>
                  <a:schemeClr val="accent5">
                    <a:lumMod val="75000"/>
                  </a:schemeClr>
                </a:solidFill>
                <a:latin typeface="Myriad Pro"/>
                <a:cs typeface="Myriad Pro"/>
              </a:rPr>
              <a:t>Dato privado:  </a:t>
            </a:r>
            <a:r>
              <a:rPr lang="es-ES_tradnl" sz="1900" dirty="0">
                <a:solidFill>
                  <a:srgbClr val="000000"/>
                </a:solidFill>
                <a:latin typeface="Myriad Pro"/>
                <a:cs typeface="Myriad Pro"/>
              </a:rPr>
              <a:t>Dato que solo es relevante para su titular (Ej. fotografías, videos, datos relacionados con su estilo de vida.)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s-ES_tradnl" sz="1900" b="1" dirty="0">
              <a:solidFill>
                <a:schemeClr val="accent2">
                  <a:lumMod val="75000"/>
                </a:schemeClr>
              </a:solidFill>
              <a:latin typeface="Myriad Pro"/>
              <a:cs typeface="Myriad Pro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s-ES_tradnl" sz="1900" b="1" dirty="0">
                <a:solidFill>
                  <a:schemeClr val="accent2">
                    <a:lumMod val="75000"/>
                  </a:schemeClr>
                </a:solidFill>
                <a:latin typeface="Myriad Pro"/>
                <a:cs typeface="Myriad Pro"/>
              </a:rPr>
              <a:t>Dato sensible: </a:t>
            </a:r>
            <a:r>
              <a:rPr lang="es-ES_tradnl" sz="1900" dirty="0">
                <a:solidFill>
                  <a:srgbClr val="000000"/>
                </a:solidFill>
                <a:latin typeface="Myriad Pro"/>
                <a:cs typeface="Myriad Pro"/>
              </a:rPr>
              <a:t> Protección reforzada.</a:t>
            </a:r>
            <a:r>
              <a:rPr lang="es-ES_tradnl" sz="1900" b="1" dirty="0">
                <a:solidFill>
                  <a:srgbClr val="000000"/>
                </a:solidFill>
                <a:latin typeface="Myriad Pro"/>
                <a:cs typeface="Myriad Pro"/>
              </a:rPr>
              <a:t> </a:t>
            </a:r>
          </a:p>
        </p:txBody>
      </p:sp>
      <p:sp>
        <p:nvSpPr>
          <p:cNvPr id="4" name="1 Rectángulo"/>
          <p:cNvSpPr/>
          <p:nvPr/>
        </p:nvSpPr>
        <p:spPr>
          <a:xfrm rot="10800000" flipV="1">
            <a:off x="1259632" y="908721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Clasificación de Datos Personales</a:t>
            </a:r>
          </a:p>
        </p:txBody>
      </p:sp>
    </p:spTree>
    <p:extLst>
      <p:ext uri="{BB962C8B-B14F-4D97-AF65-F5344CB8AC3E}">
        <p14:creationId xmlns:p14="http://schemas.microsoft.com/office/powerpoint/2010/main" val="103065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fld id="{6F98B65D-2954-43A2-9676-C41EE7939412}" type="datetime1">
              <a:rPr lang="es-CO" sz="800">
                <a:solidFill>
                  <a:prstClr val="white"/>
                </a:solidFill>
                <a:latin typeface="Futura Std Medium" pitchFamily="34" charset="0"/>
              </a:rPr>
              <a:pPr>
                <a:defRPr/>
              </a:pPr>
              <a:t>7/12/2022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9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331640" y="908720"/>
            <a:ext cx="734519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CO" sz="2800" b="1" dirty="0">
                <a:solidFill>
                  <a:srgbClr val="002B82"/>
                </a:solidFill>
                <a:latin typeface="Futura Std Book" pitchFamily="34" charset="0"/>
                <a:ea typeface="+mn-ea"/>
              </a:rPr>
              <a:t>Categorías especiales de datos</a:t>
            </a:r>
          </a:p>
          <a:p>
            <a:pPr algn="ctr" eaLnBrk="1" hangingPunct="1">
              <a:spcBef>
                <a:spcPts val="0"/>
              </a:spcBef>
            </a:pPr>
            <a:r>
              <a:rPr lang="es-ES_tradnl" sz="2800" b="1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Datos sensibles</a:t>
            </a:r>
          </a:p>
          <a:p>
            <a:pPr algn="ctr" eaLnBrk="1" hangingPunct="1">
              <a:spcBef>
                <a:spcPts val="0"/>
              </a:spcBef>
            </a:pPr>
            <a:endParaRPr lang="es-ES" sz="2800" b="1" dirty="0">
              <a:solidFill>
                <a:srgbClr val="002B82"/>
              </a:solidFill>
              <a:latin typeface="Futura Std Book" pitchFamily="34" charset="0"/>
              <a:ea typeface="+mn-ea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39935" y="2348880"/>
            <a:ext cx="8136904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/>
            </a:pPr>
            <a:endParaRPr lang="es-ES_tradnl" sz="2400" dirty="0">
              <a:solidFill>
                <a:srgbClr val="002B82"/>
              </a:solidFill>
              <a:latin typeface="Futura Std Book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dirty="0">
                <a:solidFill>
                  <a:srgbClr val="002B82"/>
                </a:solidFill>
                <a:latin typeface="Futura Std Book" pitchFamily="34" charset="0"/>
              </a:rPr>
              <a:t>Aquellos que afectan la </a:t>
            </a:r>
            <a:r>
              <a:rPr lang="es-ES" sz="2400" b="1" dirty="0">
                <a:solidFill>
                  <a:srgbClr val="002B82"/>
                </a:solidFill>
                <a:latin typeface="Futura Std Book" pitchFamily="34" charset="0"/>
              </a:rPr>
              <a:t>intimidad</a:t>
            </a:r>
            <a:r>
              <a:rPr lang="es-ES" sz="2400" dirty="0">
                <a:solidFill>
                  <a:srgbClr val="002B82"/>
                </a:solidFill>
                <a:latin typeface="Futura Std Book" pitchFamily="34" charset="0"/>
              </a:rPr>
              <a:t>  de la personas o cuyo uso indebido </a:t>
            </a:r>
            <a:r>
              <a:rPr lang="es-ES" sz="2400" b="1" dirty="0">
                <a:solidFill>
                  <a:srgbClr val="002B82"/>
                </a:solidFill>
                <a:latin typeface="Futura Std Book" pitchFamily="34" charset="0"/>
              </a:rPr>
              <a:t>puede generar discriminación</a:t>
            </a:r>
            <a:r>
              <a:rPr lang="es-ES" sz="2400" dirty="0">
                <a:solidFill>
                  <a:srgbClr val="002B82"/>
                </a:solidFill>
                <a:latin typeface="Futura Std Book" pitchFamily="34" charset="0"/>
              </a:rPr>
              <a:t>. (Origen racial o étnico, orientación política, convicciones filosóficas o religiosas, pertenencia a sindicatos u organizaciones sociales o de derechos humanos, datos de salud, vida sexual y biométricos).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defRPr/>
            </a:pPr>
            <a:endParaRPr lang="es-ES_tradnl" dirty="0">
              <a:solidFill>
                <a:srgbClr val="002B82"/>
              </a:solidFill>
              <a:latin typeface="Futura Std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0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10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10" name="10 Marcador de contenido"/>
          <p:cNvSpPr txBox="1">
            <a:spLocks/>
          </p:cNvSpPr>
          <p:nvPr/>
        </p:nvSpPr>
        <p:spPr>
          <a:xfrm>
            <a:off x="539552" y="2996952"/>
            <a:ext cx="8064500" cy="302433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  <a:defRPr/>
            </a:pPr>
            <a:r>
              <a:rPr lang="es-ES" sz="2200" dirty="0">
                <a:solidFill>
                  <a:srgbClr val="002B82"/>
                </a:solidFill>
                <a:latin typeface="Myriad Pro"/>
                <a:cs typeface="Myriad Pro"/>
              </a:rPr>
              <a:t>Los datos personales de los menores de 18 años </a:t>
            </a:r>
            <a:r>
              <a:rPr lang="es-ES" sz="2200" b="1" dirty="0">
                <a:solidFill>
                  <a:srgbClr val="002B82"/>
                </a:solidFill>
                <a:latin typeface="Myriad Pro"/>
                <a:cs typeface="Myriad Pro"/>
              </a:rPr>
              <a:t>pueden ser tratados</a:t>
            </a:r>
            <a:r>
              <a:rPr lang="es-ES" sz="2200" dirty="0">
                <a:solidFill>
                  <a:srgbClr val="002B82"/>
                </a:solidFill>
                <a:latin typeface="Myriad Pro"/>
                <a:cs typeface="Myriad Pro"/>
              </a:rPr>
              <a:t>, siempre y cuando no se ponga en riesgo la </a:t>
            </a:r>
            <a:r>
              <a:rPr lang="es-ES" sz="2200" b="1" dirty="0">
                <a:solidFill>
                  <a:srgbClr val="E46C0A"/>
                </a:solidFill>
                <a:latin typeface="Myriad Pro"/>
                <a:cs typeface="Myriad Pro"/>
              </a:rPr>
              <a:t>prevalencia de sus derechos fundamentales </a:t>
            </a:r>
            <a:r>
              <a:rPr lang="es-ES" sz="2200" dirty="0">
                <a:solidFill>
                  <a:srgbClr val="002B82"/>
                </a:solidFill>
                <a:latin typeface="Myriad Pro"/>
                <a:cs typeface="Myriad Pro"/>
              </a:rPr>
              <a:t>e inequívocamente responda a la realización del principio de su interés superior.</a:t>
            </a:r>
          </a:p>
          <a:p>
            <a:pPr marL="0" indent="0" algn="just">
              <a:buFont typeface="Arial" pitchFamily="34" charset="0"/>
              <a:buNone/>
              <a:defRPr/>
            </a:pPr>
            <a:endParaRPr lang="es-ES_tradnl" dirty="0">
              <a:solidFill>
                <a:srgbClr val="000099"/>
              </a:solidFill>
              <a:latin typeface="Arial Narrow" pitchFamily="34" charset="0"/>
            </a:endParaRPr>
          </a:p>
        </p:txBody>
      </p:sp>
      <p:sp>
        <p:nvSpPr>
          <p:cNvPr id="9" name="1 Rectángulo"/>
          <p:cNvSpPr/>
          <p:nvPr/>
        </p:nvSpPr>
        <p:spPr>
          <a:xfrm rot="10800000" flipV="1">
            <a:off x="2987824" y="1268761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CATEGORÍAS ESPECIALES DE DATOS</a:t>
            </a:r>
          </a:p>
        </p:txBody>
      </p:sp>
      <p:pic>
        <p:nvPicPr>
          <p:cNvPr id="2" name="Imagen 1" descr="children-34124_640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1032288"/>
            <a:ext cx="2088232" cy="1543333"/>
          </a:xfrm>
          <a:prstGeom prst="rect">
            <a:avLst/>
          </a:prstGeom>
        </p:spPr>
      </p:pic>
      <p:sp>
        <p:nvSpPr>
          <p:cNvPr id="13" name="1 Rectángulo"/>
          <p:cNvSpPr/>
          <p:nvPr/>
        </p:nvSpPr>
        <p:spPr>
          <a:xfrm rot="10800000" flipV="1">
            <a:off x="2987824" y="1628801"/>
            <a:ext cx="6696745" cy="477054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Datos personales de menores</a:t>
            </a:r>
          </a:p>
        </p:txBody>
      </p:sp>
    </p:spTree>
    <p:extLst>
      <p:ext uri="{BB962C8B-B14F-4D97-AF65-F5344CB8AC3E}">
        <p14:creationId xmlns:p14="http://schemas.microsoft.com/office/powerpoint/2010/main" val="245340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9 Rectángulo"/>
          <p:cNvSpPr/>
          <p:nvPr/>
        </p:nvSpPr>
        <p:spPr>
          <a:xfrm>
            <a:off x="467544" y="2865130"/>
            <a:ext cx="85011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R" sz="4000" b="1" dirty="0">
                <a:solidFill>
                  <a:srgbClr val="002060"/>
                </a:solidFill>
                <a:latin typeface="Myriad Pro"/>
                <a:cs typeface="Myriad Pro"/>
              </a:rPr>
              <a:t>Ley 1581 de 2012</a:t>
            </a:r>
            <a:endParaRPr lang="es-ES" sz="4000" dirty="0">
              <a:solidFill>
                <a:prstClr val="black"/>
              </a:solidFill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369962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395536" y="1052736"/>
            <a:ext cx="8352928" cy="48245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 descr="card-design-1212545-m.jpg"/>
          <p:cNvPicPr>
            <a:picLocks noChangeAspect="1"/>
          </p:cNvPicPr>
          <p:nvPr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4" t="15781" r="7348" b="24441"/>
          <a:stretch/>
        </p:blipFill>
        <p:spPr>
          <a:xfrm>
            <a:off x="964903" y="1340768"/>
            <a:ext cx="7711553" cy="4338317"/>
          </a:xfrm>
          <a:prstGeom prst="rect">
            <a:avLst/>
          </a:prstGeom>
        </p:spPr>
      </p:pic>
      <p:sp>
        <p:nvSpPr>
          <p:cNvPr id="10" name="3 Marcador de contenido"/>
          <p:cNvSpPr txBox="1">
            <a:spLocks/>
          </p:cNvSpPr>
          <p:nvPr/>
        </p:nvSpPr>
        <p:spPr>
          <a:xfrm>
            <a:off x="1691680" y="2204864"/>
            <a:ext cx="6696744" cy="324036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MX" sz="2800" dirty="0">
                <a:latin typeface="Myriad Pro"/>
                <a:cs typeface="Myriad Pro"/>
              </a:rPr>
              <a:t>La ley se aplica al tratamiento de datos personales efectuado por entidades </a:t>
            </a:r>
            <a:r>
              <a:rPr lang="es-MX" sz="2800" b="1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públicas</a:t>
            </a:r>
            <a:r>
              <a:rPr lang="es-MX" sz="2800" b="1" dirty="0">
                <a:latin typeface="Myriad Pro"/>
                <a:cs typeface="Myriad Pro"/>
              </a:rPr>
              <a:t> </a:t>
            </a:r>
            <a:r>
              <a:rPr lang="es-MX" sz="2800" dirty="0">
                <a:latin typeface="Myriad Pro"/>
                <a:cs typeface="Myriad Pro"/>
              </a:rPr>
              <a:t>o</a:t>
            </a:r>
            <a:r>
              <a:rPr lang="es-MX" sz="2800" b="1" dirty="0">
                <a:latin typeface="Myriad Pro"/>
                <a:cs typeface="Myriad Pro"/>
              </a:rPr>
              <a:t> </a:t>
            </a:r>
            <a:r>
              <a:rPr lang="es-MX" sz="2800" b="1" dirty="0">
                <a:solidFill>
                  <a:srgbClr val="E46C0A"/>
                </a:solidFill>
                <a:latin typeface="Myriad Pro"/>
                <a:cs typeface="Myriad Pro"/>
              </a:rPr>
              <a:t>privadas</a:t>
            </a:r>
            <a:r>
              <a:rPr lang="es-MX" sz="2800" dirty="0">
                <a:latin typeface="Myriad Pro"/>
                <a:cs typeface="Myriad Pro"/>
              </a:rPr>
              <a:t>, dentro del país o cuando el Responsable o Encargado no establecido en territorio nacional le sea aplicable la legislación colombiana en virtud de normas y tratados internacionales.</a:t>
            </a:r>
            <a:endParaRPr lang="es-CR" sz="2800" dirty="0">
              <a:latin typeface="Myriad Pro"/>
              <a:cs typeface="Myriad Pro"/>
            </a:endParaRPr>
          </a:p>
          <a:p>
            <a:pPr>
              <a:defRPr/>
            </a:pPr>
            <a:endParaRPr lang="es-CR" dirty="0">
              <a:latin typeface="Myriad Pro"/>
              <a:cs typeface="Myriad Pro"/>
            </a:endParaRPr>
          </a:p>
        </p:txBody>
      </p:sp>
      <p:sp>
        <p:nvSpPr>
          <p:cNvPr id="11" name="3 Marcador de número de diapositiva"/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s-CO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Arial" charset="0"/>
              </a:defRPr>
            </a:lvl9pPr>
          </a:lstStyle>
          <a:p>
            <a:endParaRPr lang="es-CO" dirty="0"/>
          </a:p>
        </p:txBody>
      </p:sp>
      <p:pic>
        <p:nvPicPr>
          <p:cNvPr id="3" name="Imagen 2" descr="colombia-653002_1280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59435">
            <a:off x="528567" y="1118287"/>
            <a:ext cx="1052624" cy="1665461"/>
          </a:xfrm>
          <a:prstGeom prst="rect">
            <a:avLst/>
          </a:prstGeom>
        </p:spPr>
      </p:pic>
      <p:sp>
        <p:nvSpPr>
          <p:cNvPr id="9" name="1 Rectángulo"/>
          <p:cNvSpPr/>
          <p:nvPr/>
        </p:nvSpPr>
        <p:spPr>
          <a:xfrm rot="10800000" flipV="1">
            <a:off x="1689256" y="1583794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ÁMBITO DE APLICACIÓN</a:t>
            </a:r>
          </a:p>
        </p:txBody>
      </p:sp>
    </p:spTree>
    <p:extLst>
      <p:ext uri="{BB962C8B-B14F-4D97-AF65-F5344CB8AC3E}">
        <p14:creationId xmlns:p14="http://schemas.microsoft.com/office/powerpoint/2010/main" val="2058903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886050312"/>
              </p:ext>
            </p:extLst>
          </p:nvPr>
        </p:nvGraphicFramePr>
        <p:xfrm>
          <a:off x="755576" y="1196752"/>
          <a:ext cx="7632848" cy="4264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1 Rectángulo"/>
          <p:cNvSpPr/>
          <p:nvPr/>
        </p:nvSpPr>
        <p:spPr>
          <a:xfrm rot="10800000" flipV="1">
            <a:off x="1187624" y="1477090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TRATAMIENTO</a:t>
            </a:r>
          </a:p>
        </p:txBody>
      </p:sp>
    </p:spTree>
    <p:extLst>
      <p:ext uri="{BB962C8B-B14F-4D97-AF65-F5344CB8AC3E}">
        <p14:creationId xmlns:p14="http://schemas.microsoft.com/office/powerpoint/2010/main" val="369129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fld id="{6F98B65D-2954-43A2-9676-C41EE7939412}" type="datetime1">
              <a:rPr lang="es-CO" sz="800">
                <a:solidFill>
                  <a:prstClr val="white"/>
                </a:solidFill>
                <a:latin typeface="Futura Std Medium" pitchFamily="34" charset="0"/>
              </a:rPr>
              <a:pPr>
                <a:defRPr/>
              </a:pPr>
              <a:t>7/12/2022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14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67494" y="764704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endParaRPr lang="es-ES_tradnl" sz="2800" b="1" dirty="0">
              <a:solidFill>
                <a:srgbClr val="002B82"/>
              </a:solidFill>
              <a:latin typeface="Futura Std Book" pitchFamily="34" charset="0"/>
              <a:ea typeface="+mn-ea"/>
              <a:cs typeface="Arial" charset="0"/>
            </a:endParaRPr>
          </a:p>
          <a:p>
            <a:r>
              <a:rPr lang="es-ES_tradnl" sz="2800" b="1" dirty="0">
                <a:solidFill>
                  <a:srgbClr val="002B82"/>
                </a:solidFill>
                <a:latin typeface="Futura Std Book" pitchFamily="34" charset="0"/>
                <a:ea typeface="+mn-ea"/>
                <a:cs typeface="Arial" charset="0"/>
              </a:rPr>
              <a:t>Exclusiones</a:t>
            </a:r>
            <a:br>
              <a:rPr lang="es-CR" sz="2800" b="1" dirty="0">
                <a:solidFill>
                  <a:srgbClr val="002B82"/>
                </a:solidFill>
                <a:latin typeface="Futura Std Book" pitchFamily="34" charset="0"/>
                <a:ea typeface="+mn-ea"/>
                <a:cs typeface="Arial" charset="0"/>
              </a:rPr>
            </a:br>
            <a:br>
              <a:rPr lang="es-ES_tradnl" dirty="0"/>
            </a:br>
            <a:endParaRPr lang="en-US" dirty="0"/>
          </a:p>
        </p:txBody>
      </p:sp>
      <p:sp>
        <p:nvSpPr>
          <p:cNvPr id="10" name="3 Marcador de contenido"/>
          <p:cNvSpPr txBox="1">
            <a:spLocks/>
          </p:cNvSpPr>
          <p:nvPr/>
        </p:nvSpPr>
        <p:spPr>
          <a:xfrm>
            <a:off x="395536" y="1907704"/>
            <a:ext cx="8280920" cy="418546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itchFamily="2" charset="2"/>
              <a:buChar char="Ø"/>
            </a:pP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Bases de datos o archivos mantenidos en un ámbito exclusivamente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personal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 o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doméstico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Bases de datos que tengan por finalidad la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seguridad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 y defensa nacional y la prevención, y control del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lavado de activos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 y financiamiento del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terrorismo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Bases de datos de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inteligencia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 y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contrainteligencia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Bases de datos y archivos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periodísticos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 y otros contenidos editoriales.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Bases de datos reguladas por la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Ley 1266 de 2008 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(datos financieros – crediticios).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Bases de datos  del </a:t>
            </a:r>
            <a:r>
              <a:rPr lang="es-MX" sz="2200" b="1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DANE</a:t>
            </a:r>
            <a:r>
              <a:rPr lang="es-MX" sz="22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 (Ley 79 de 1993)</a:t>
            </a:r>
            <a:r>
              <a:rPr lang="es-MX" sz="2400" dirty="0">
                <a:solidFill>
                  <a:srgbClr val="002B82"/>
                </a:solidFill>
                <a:latin typeface="Futura Std Book" pitchFamily="34" charset="0"/>
                <a:cs typeface="Arial" charset="0"/>
              </a:rPr>
              <a:t>.</a:t>
            </a:r>
            <a:endParaRPr lang="es-CR" sz="2400" dirty="0">
              <a:solidFill>
                <a:srgbClr val="002B82"/>
              </a:solidFill>
              <a:latin typeface="Futura Std Book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48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15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graphicFrame>
        <p:nvGraphicFramePr>
          <p:cNvPr id="10" name="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768111"/>
              </p:ext>
            </p:extLst>
          </p:nvPr>
        </p:nvGraphicFramePr>
        <p:xfrm>
          <a:off x="2628255" y="1706560"/>
          <a:ext cx="3959969" cy="399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9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8304">
                <a:tc>
                  <a:txBody>
                    <a:bodyPr/>
                    <a:lstStyle/>
                    <a:p>
                      <a:pPr algn="ctr"/>
                      <a:r>
                        <a:rPr lang="es-CR" sz="2000" dirty="0">
                          <a:latin typeface="Myriad Pro"/>
                          <a:cs typeface="Myriad Pro"/>
                        </a:rPr>
                        <a:t>Ley 1581 de 2012</a:t>
                      </a: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624">
                <a:tc>
                  <a:txBody>
                    <a:bodyPr/>
                    <a:lstStyle/>
                    <a:p>
                      <a:pPr algn="ctr" eaLnBrk="1" hangingPunct="1">
                        <a:buFont typeface="Wingdings" pitchFamily="2" charset="2"/>
                        <a:buNone/>
                      </a:pPr>
                      <a:r>
                        <a:rPr lang="es-ES_tradnl" sz="2000" dirty="0">
                          <a:solidFill>
                            <a:schemeClr val="tx2"/>
                          </a:solidFill>
                          <a:latin typeface="Myriad Pro"/>
                          <a:cs typeface="Myriad Pro"/>
                        </a:rPr>
                        <a:t>Legalidad</a:t>
                      </a:r>
                      <a:endParaRPr lang="es-CR" sz="2000" dirty="0">
                        <a:solidFill>
                          <a:schemeClr val="tx2"/>
                        </a:solidFill>
                        <a:latin typeface="Myriad Pro"/>
                        <a:cs typeface="Myriad Pro"/>
                      </a:endParaRP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000" b="1" dirty="0">
                          <a:solidFill>
                            <a:schemeClr val="tx2"/>
                          </a:solidFill>
                          <a:latin typeface="Myriad Pro"/>
                          <a:cs typeface="Myriad Pro"/>
                        </a:rPr>
                        <a:t>Finalidad</a:t>
                      </a:r>
                      <a:endParaRPr lang="es-CR" sz="2000" b="1" dirty="0">
                        <a:solidFill>
                          <a:schemeClr val="tx2"/>
                        </a:solidFill>
                        <a:latin typeface="Myriad Pro"/>
                        <a:cs typeface="Myriad Pro"/>
                      </a:endParaRP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000" b="1" dirty="0">
                          <a:solidFill>
                            <a:schemeClr val="tx2"/>
                          </a:solidFill>
                          <a:latin typeface="Myriad Pro"/>
                          <a:cs typeface="Myriad Pro"/>
                        </a:rPr>
                        <a:t>Libertad</a:t>
                      </a:r>
                      <a:endParaRPr lang="es-CR" sz="2000" b="1" dirty="0">
                        <a:solidFill>
                          <a:schemeClr val="tx2"/>
                        </a:solidFill>
                        <a:latin typeface="Myriad Pro"/>
                        <a:cs typeface="Myriad Pro"/>
                      </a:endParaRP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000" b="1" dirty="0">
                          <a:solidFill>
                            <a:schemeClr val="tx2"/>
                          </a:solidFill>
                          <a:latin typeface="Myriad Pro"/>
                          <a:cs typeface="Myriad Pro"/>
                        </a:rPr>
                        <a:t>Veracidad o calidad</a:t>
                      </a:r>
                      <a:endParaRPr lang="es-CR" sz="2000" b="1" dirty="0">
                        <a:solidFill>
                          <a:schemeClr val="tx2"/>
                        </a:solidFill>
                        <a:latin typeface="Myriad Pro"/>
                        <a:cs typeface="Myriad Pro"/>
                      </a:endParaRP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80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000" b="1" dirty="0">
                          <a:solidFill>
                            <a:schemeClr val="tx2"/>
                          </a:solidFill>
                          <a:latin typeface="Myriad Pro"/>
                          <a:cs typeface="Myriad Pro"/>
                        </a:rPr>
                        <a:t>Transparencia</a:t>
                      </a:r>
                      <a:endParaRPr lang="es-CR" sz="2000" b="1" dirty="0">
                        <a:solidFill>
                          <a:schemeClr val="tx2"/>
                        </a:solidFill>
                        <a:latin typeface="Myriad Pro"/>
                        <a:cs typeface="Myriad Pro"/>
                      </a:endParaRP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000" dirty="0">
                          <a:solidFill>
                            <a:schemeClr val="tx2"/>
                          </a:solidFill>
                          <a:latin typeface="Myriad Pro"/>
                          <a:cs typeface="Myriad Pro"/>
                        </a:rPr>
                        <a:t>Acceso y circulación restringida</a:t>
                      </a:r>
                      <a:endParaRPr lang="es-CR" sz="2000" dirty="0">
                        <a:solidFill>
                          <a:schemeClr val="tx2"/>
                        </a:solidFill>
                        <a:latin typeface="Myriad Pro"/>
                        <a:cs typeface="Myriad Pro"/>
                      </a:endParaRP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000" dirty="0">
                          <a:solidFill>
                            <a:schemeClr val="tx2"/>
                          </a:solidFill>
                          <a:latin typeface="Myriad Pro"/>
                          <a:cs typeface="Myriad Pro"/>
                        </a:rPr>
                        <a:t>Seguridad</a:t>
                      </a:r>
                      <a:endParaRPr lang="es-CR" sz="2000" dirty="0">
                        <a:solidFill>
                          <a:schemeClr val="tx2"/>
                        </a:solidFill>
                        <a:latin typeface="Myriad Pro"/>
                        <a:cs typeface="Myriad Pro"/>
                      </a:endParaRP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000" dirty="0">
                          <a:solidFill>
                            <a:schemeClr val="tx2"/>
                          </a:solidFill>
                          <a:latin typeface="Myriad Pro"/>
                          <a:cs typeface="Myriad Pro"/>
                        </a:rPr>
                        <a:t>Confidencialidad</a:t>
                      </a:r>
                      <a:endParaRPr lang="es-CR" sz="2000" dirty="0">
                        <a:solidFill>
                          <a:schemeClr val="tx2"/>
                        </a:solidFill>
                        <a:latin typeface="Myriad Pro"/>
                        <a:cs typeface="Myriad Pro"/>
                      </a:endParaRPr>
                    </a:p>
                  </a:txBody>
                  <a:tcPr marL="91455" marR="91455" marT="45712" marB="4571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1 Rectángulo"/>
          <p:cNvSpPr/>
          <p:nvPr/>
        </p:nvSpPr>
        <p:spPr>
          <a:xfrm rot="10800000" flipV="1">
            <a:off x="1187623" y="973034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PRINCIPIOS</a:t>
            </a:r>
          </a:p>
        </p:txBody>
      </p:sp>
    </p:spTree>
    <p:extLst>
      <p:ext uri="{BB962C8B-B14F-4D97-AF65-F5344CB8AC3E}">
        <p14:creationId xmlns:p14="http://schemas.microsoft.com/office/powerpoint/2010/main" val="3769632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215504" y="3717032"/>
            <a:ext cx="2772320" cy="2088232"/>
          </a:xfrm>
          <a:prstGeom prst="roundRect">
            <a:avLst>
              <a:gd name="adj" fmla="val 6038"/>
            </a:avLst>
          </a:prstGeom>
          <a:solidFill>
            <a:schemeClr val="accent5">
              <a:lumMod val="40000"/>
              <a:lumOff val="60000"/>
            </a:schemeClr>
          </a:solidFill>
          <a:ln w="28575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redondeado 15"/>
          <p:cNvSpPr/>
          <p:nvPr/>
        </p:nvSpPr>
        <p:spPr>
          <a:xfrm>
            <a:off x="3131840" y="3717032"/>
            <a:ext cx="2772320" cy="2088232"/>
          </a:xfrm>
          <a:prstGeom prst="roundRect">
            <a:avLst>
              <a:gd name="adj" fmla="val 6038"/>
            </a:avLst>
          </a:prstGeom>
          <a:solidFill>
            <a:schemeClr val="accent3">
              <a:lumMod val="40000"/>
              <a:lumOff val="60000"/>
            </a:schemeClr>
          </a:solidFill>
          <a:ln w="28575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redondeado 16"/>
          <p:cNvSpPr/>
          <p:nvPr/>
        </p:nvSpPr>
        <p:spPr>
          <a:xfrm>
            <a:off x="6084168" y="3717032"/>
            <a:ext cx="2772320" cy="2088232"/>
          </a:xfrm>
          <a:prstGeom prst="roundRect">
            <a:avLst>
              <a:gd name="adj" fmla="val 6038"/>
            </a:avLst>
          </a:prstGeom>
          <a:solidFill>
            <a:schemeClr val="accent2">
              <a:lumMod val="20000"/>
              <a:lumOff val="80000"/>
            </a:schemeClr>
          </a:solidFill>
          <a:ln w="28575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 Rectángulo"/>
          <p:cNvSpPr/>
          <p:nvPr/>
        </p:nvSpPr>
        <p:spPr>
          <a:xfrm rot="10800000" flipV="1">
            <a:off x="1187623" y="973034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SUJETOS EN EL TRATAMIENTO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7944" y="2204864"/>
            <a:ext cx="1080120" cy="139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ángulo redondeado 25"/>
          <p:cNvSpPr/>
          <p:nvPr/>
        </p:nvSpPr>
        <p:spPr>
          <a:xfrm>
            <a:off x="215504" y="1628800"/>
            <a:ext cx="2772320" cy="432048"/>
          </a:xfrm>
          <a:prstGeom prst="roundRect">
            <a:avLst>
              <a:gd name="adj" fmla="val 6038"/>
            </a:avLst>
          </a:prstGeom>
          <a:solidFill>
            <a:schemeClr val="accent5">
              <a:lumMod val="75000"/>
            </a:schemeClr>
          </a:solidFill>
          <a:ln w="28575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 redondeado 26"/>
          <p:cNvSpPr/>
          <p:nvPr/>
        </p:nvSpPr>
        <p:spPr>
          <a:xfrm>
            <a:off x="3131840" y="1628800"/>
            <a:ext cx="2772320" cy="432048"/>
          </a:xfrm>
          <a:prstGeom prst="roundRect">
            <a:avLst>
              <a:gd name="adj" fmla="val 6038"/>
            </a:avLst>
          </a:prstGeom>
          <a:solidFill>
            <a:schemeClr val="accent3">
              <a:lumMod val="50000"/>
            </a:schemeClr>
          </a:solidFill>
          <a:ln w="28575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 redondeado 27"/>
          <p:cNvSpPr/>
          <p:nvPr/>
        </p:nvSpPr>
        <p:spPr>
          <a:xfrm>
            <a:off x="6084168" y="1628800"/>
            <a:ext cx="2772320" cy="432048"/>
          </a:xfrm>
          <a:prstGeom prst="roundRect">
            <a:avLst>
              <a:gd name="adj" fmla="val 6038"/>
            </a:avLst>
          </a:prstGeom>
          <a:solidFill>
            <a:schemeClr val="accent2">
              <a:lumMod val="75000"/>
            </a:schemeClr>
          </a:solidFill>
          <a:ln w="28575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9520" y="2204864"/>
            <a:ext cx="1368152" cy="1380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7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58" t="2550" r="5042" b="7053"/>
          <a:stretch/>
        </p:blipFill>
        <p:spPr bwMode="auto">
          <a:xfrm>
            <a:off x="7236296" y="2348880"/>
            <a:ext cx="1408221" cy="1106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7 Flecha derecha"/>
          <p:cNvSpPr/>
          <p:nvPr/>
        </p:nvSpPr>
        <p:spPr>
          <a:xfrm>
            <a:off x="1763688" y="2564904"/>
            <a:ext cx="2160240" cy="750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5" name="8 CuadroTexto"/>
          <p:cNvSpPr txBox="1"/>
          <p:nvPr/>
        </p:nvSpPr>
        <p:spPr>
          <a:xfrm>
            <a:off x="1763688" y="2780928"/>
            <a:ext cx="230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DATOS PERSONALES</a:t>
            </a:r>
          </a:p>
        </p:txBody>
      </p:sp>
      <p:sp>
        <p:nvSpPr>
          <p:cNvPr id="29" name="3 CuadroTexto"/>
          <p:cNvSpPr txBox="1"/>
          <p:nvPr/>
        </p:nvSpPr>
        <p:spPr>
          <a:xfrm>
            <a:off x="935584" y="1628800"/>
            <a:ext cx="144016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Myriad Pro"/>
                <a:cs typeface="Myriad Pro"/>
              </a:rPr>
              <a:t> TITULAR</a:t>
            </a:r>
          </a:p>
        </p:txBody>
      </p:sp>
      <p:sp>
        <p:nvSpPr>
          <p:cNvPr id="30" name="6 CuadroTexto"/>
          <p:cNvSpPr txBox="1"/>
          <p:nvPr/>
        </p:nvSpPr>
        <p:spPr>
          <a:xfrm>
            <a:off x="3491880" y="1628800"/>
            <a:ext cx="216024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  <a:latin typeface="Myriad Pro"/>
                <a:cs typeface="Myriad Pro"/>
              </a:rPr>
              <a:t>RESPONSABLE</a:t>
            </a:r>
          </a:p>
        </p:txBody>
      </p:sp>
      <p:sp>
        <p:nvSpPr>
          <p:cNvPr id="31" name="9 CuadroTexto"/>
          <p:cNvSpPr txBox="1"/>
          <p:nvPr/>
        </p:nvSpPr>
        <p:spPr>
          <a:xfrm>
            <a:off x="6588224" y="1628800"/>
            <a:ext cx="194421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  <a:latin typeface="Myriad Pro"/>
                <a:cs typeface="Myriad Pro"/>
              </a:rPr>
              <a:t>ENCARGADO</a:t>
            </a:r>
          </a:p>
        </p:txBody>
      </p:sp>
      <p:sp>
        <p:nvSpPr>
          <p:cNvPr id="32" name="7 Flecha derecha"/>
          <p:cNvSpPr/>
          <p:nvPr/>
        </p:nvSpPr>
        <p:spPr>
          <a:xfrm>
            <a:off x="5508104" y="2564904"/>
            <a:ext cx="1584176" cy="750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3" name="4 CuadroTexto"/>
          <p:cNvSpPr txBox="1"/>
          <p:nvPr/>
        </p:nvSpPr>
        <p:spPr>
          <a:xfrm>
            <a:off x="359520" y="3789040"/>
            <a:ext cx="259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solidFill>
                  <a:schemeClr val="accent5">
                    <a:lumMod val="50000"/>
                  </a:schemeClr>
                </a:solidFill>
                <a:latin typeface="Myriad Pro"/>
                <a:cs typeface="Myriad Pro"/>
              </a:rPr>
              <a:t>Persona </a:t>
            </a:r>
            <a:r>
              <a:rPr lang="es-CO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natural </a:t>
            </a:r>
            <a:r>
              <a:rPr lang="es-CO" sz="2000" dirty="0">
                <a:solidFill>
                  <a:schemeClr val="accent5">
                    <a:lumMod val="50000"/>
                  </a:schemeClr>
                </a:solidFill>
                <a:latin typeface="Myriad Pro"/>
                <a:cs typeface="Myriad Pro"/>
              </a:rPr>
              <a:t>cuyos datos personales son objeto del tratamiento </a:t>
            </a:r>
          </a:p>
        </p:txBody>
      </p:sp>
      <p:sp>
        <p:nvSpPr>
          <p:cNvPr id="34" name="10 CuadroTexto"/>
          <p:cNvSpPr txBox="1"/>
          <p:nvPr/>
        </p:nvSpPr>
        <p:spPr>
          <a:xfrm>
            <a:off x="3275856" y="3789040"/>
            <a:ext cx="25922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solidFill>
                  <a:schemeClr val="accent3">
                    <a:lumMod val="50000"/>
                  </a:schemeClr>
                </a:solidFill>
                <a:latin typeface="Myriad Pro"/>
                <a:cs typeface="Myriad Pro"/>
              </a:rPr>
              <a:t>Persona natural o jurídica, pública o  privada que </a:t>
            </a:r>
            <a:r>
              <a:rPr lang="es-CO" sz="2000" b="1" dirty="0">
                <a:solidFill>
                  <a:schemeClr val="accent3">
                    <a:lumMod val="50000"/>
                  </a:schemeClr>
                </a:solidFill>
                <a:latin typeface="Myriad Pro"/>
                <a:cs typeface="Myriad Pro"/>
              </a:rPr>
              <a:t>decide</a:t>
            </a:r>
            <a:r>
              <a:rPr lang="es-CO" sz="2000" dirty="0">
                <a:solidFill>
                  <a:schemeClr val="accent3">
                    <a:lumMod val="50000"/>
                  </a:schemeClr>
                </a:solidFill>
                <a:latin typeface="Myriad Pro"/>
                <a:cs typeface="Myriad Pro"/>
              </a:rPr>
              <a:t> sobre la base de datos y/o tratamiento</a:t>
            </a:r>
          </a:p>
        </p:txBody>
      </p:sp>
      <p:sp>
        <p:nvSpPr>
          <p:cNvPr id="35" name="12 CuadroTexto"/>
          <p:cNvSpPr txBox="1"/>
          <p:nvPr/>
        </p:nvSpPr>
        <p:spPr>
          <a:xfrm>
            <a:off x="6228184" y="3789040"/>
            <a:ext cx="2592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solidFill>
                  <a:schemeClr val="accent2">
                    <a:lumMod val="75000"/>
                  </a:schemeClr>
                </a:solidFill>
                <a:latin typeface="Myriad Pro"/>
                <a:cs typeface="Myriad Pro"/>
              </a:rPr>
              <a:t>Persona natural o jurídica, pública o  privada que </a:t>
            </a:r>
            <a:r>
              <a:rPr lang="es-CO" sz="2000" b="1" dirty="0">
                <a:solidFill>
                  <a:schemeClr val="accent2">
                    <a:lumMod val="75000"/>
                  </a:schemeClr>
                </a:solidFill>
                <a:latin typeface="Myriad Pro"/>
                <a:cs typeface="Myriad Pro"/>
              </a:rPr>
              <a:t>realice </a:t>
            </a:r>
            <a:r>
              <a:rPr lang="es-CO" sz="2000" dirty="0">
                <a:solidFill>
                  <a:schemeClr val="accent2">
                    <a:lumMod val="75000"/>
                  </a:schemeClr>
                </a:solidFill>
                <a:latin typeface="Myriad Pro"/>
                <a:cs typeface="Myriad Pro"/>
              </a:rPr>
              <a:t>el</a:t>
            </a:r>
            <a:r>
              <a:rPr lang="es-CO" sz="2000" b="1" dirty="0">
                <a:solidFill>
                  <a:schemeClr val="accent2">
                    <a:lumMod val="75000"/>
                  </a:schemeClr>
                </a:solidFill>
                <a:latin typeface="Myriad Pro"/>
                <a:cs typeface="Myriad Pro"/>
              </a:rPr>
              <a:t> </a:t>
            </a:r>
            <a:r>
              <a:rPr lang="es-CO" sz="2000" dirty="0">
                <a:solidFill>
                  <a:schemeClr val="accent2">
                    <a:lumMod val="75000"/>
                  </a:schemeClr>
                </a:solidFill>
                <a:latin typeface="Myriad Pro"/>
                <a:cs typeface="Myriad Pro"/>
              </a:rPr>
              <a:t> tratamiento de datos personales por cuenta del Responsable</a:t>
            </a:r>
          </a:p>
        </p:txBody>
      </p:sp>
      <p:cxnSp>
        <p:nvCxnSpPr>
          <p:cNvPr id="12" name="Conector recto 11"/>
          <p:cNvCxnSpPr/>
          <p:nvPr/>
        </p:nvCxnSpPr>
        <p:spPr>
          <a:xfrm>
            <a:off x="107504" y="1628800"/>
            <a:ext cx="0" cy="4176464"/>
          </a:xfrm>
          <a:prstGeom prst="line">
            <a:avLst/>
          </a:prstGeom>
          <a:ln w="28575" cmpd="sng">
            <a:solidFill>
              <a:srgbClr val="93C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/>
          <p:nvPr/>
        </p:nvCxnSpPr>
        <p:spPr>
          <a:xfrm>
            <a:off x="8964488" y="1628800"/>
            <a:ext cx="0" cy="4176464"/>
          </a:xfrm>
          <a:prstGeom prst="line">
            <a:avLst/>
          </a:prstGeom>
          <a:ln w="19050" cmpd="sng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733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863934482"/>
              </p:ext>
            </p:extLst>
          </p:nvPr>
        </p:nvGraphicFramePr>
        <p:xfrm>
          <a:off x="1043608" y="1556792"/>
          <a:ext cx="7128792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1 Rectángulo"/>
          <p:cNvSpPr/>
          <p:nvPr/>
        </p:nvSpPr>
        <p:spPr>
          <a:xfrm rot="10800000" flipV="1">
            <a:off x="1187623" y="973034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DERECHOS DE LOS TITULARES</a:t>
            </a:r>
          </a:p>
        </p:txBody>
      </p:sp>
    </p:spTree>
    <p:extLst>
      <p:ext uri="{BB962C8B-B14F-4D97-AF65-F5344CB8AC3E}">
        <p14:creationId xmlns:p14="http://schemas.microsoft.com/office/powerpoint/2010/main" val="391101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18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9" name="1 Rectángulo"/>
          <p:cNvSpPr/>
          <p:nvPr/>
        </p:nvSpPr>
        <p:spPr>
          <a:xfrm rot="10800000" flipV="1">
            <a:off x="1187623" y="973034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AUTORIZACIÓN DEL TITULAR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0" y="1772816"/>
            <a:ext cx="5724128" cy="5040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57200" y="1844824"/>
            <a:ext cx="8445500" cy="377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80000"/>
              </a:lnSpc>
              <a:spcBef>
                <a:spcPct val="20000"/>
              </a:spcBef>
              <a:defRPr/>
            </a:pPr>
            <a:r>
              <a:rPr lang="es-MX" sz="2200" b="1" dirty="0">
                <a:latin typeface="Myriad Pro"/>
                <a:cs typeface="Myriad Pro"/>
              </a:rPr>
              <a:t>Modos de obtener la autorización 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defRPr/>
            </a:pPr>
            <a:endParaRPr lang="es-MX" sz="22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defRPr/>
            </a:pPr>
            <a:r>
              <a:rPr lang="es-MX" sz="2200" dirty="0">
                <a:solidFill>
                  <a:srgbClr val="002B82"/>
                </a:solidFill>
                <a:latin typeface="Myriad Pro"/>
                <a:cs typeface="Myriad Pro"/>
              </a:rPr>
              <a:t>Por cualquier medio  que permita su consulta posterior: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defRPr/>
            </a:pPr>
            <a:endParaRPr lang="es-MX" sz="22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marL="342900" indent="-342900" algn="just" eaLnBrk="0" hangingPunct="0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s-MX" sz="2200" dirty="0">
                <a:solidFill>
                  <a:srgbClr val="002B82"/>
                </a:solidFill>
                <a:latin typeface="Myriad Pro"/>
                <a:cs typeface="Myriad Pro"/>
              </a:rPr>
              <a:t>Por escrito.</a:t>
            </a:r>
          </a:p>
          <a:p>
            <a:pPr marL="342900" indent="-342900" algn="just" eaLnBrk="0" hangingPunct="0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s-MX" sz="2200" dirty="0">
                <a:solidFill>
                  <a:srgbClr val="002B82"/>
                </a:solidFill>
                <a:latin typeface="Myriad Pro"/>
                <a:cs typeface="Myriad Pro"/>
              </a:rPr>
              <a:t>De forma oral.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s-MX" sz="2200" dirty="0">
                <a:solidFill>
                  <a:srgbClr val="002B82"/>
                </a:solidFill>
                <a:latin typeface="Myriad Pro"/>
                <a:cs typeface="Myriad Pro"/>
              </a:rPr>
              <a:t>Mediante conductas inequívocas del titular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defRPr/>
            </a:pPr>
            <a:endParaRPr lang="es-MX" sz="22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algn="ctr" eaLnBrk="0" hangingPunct="0">
              <a:lnSpc>
                <a:spcPct val="80000"/>
              </a:lnSpc>
              <a:spcBef>
                <a:spcPct val="20000"/>
              </a:spcBef>
              <a:defRPr/>
            </a:pPr>
            <a:r>
              <a:rPr lang="es-CR" sz="2200" b="1" dirty="0">
                <a:solidFill>
                  <a:srgbClr val="002B82"/>
                </a:solidFill>
                <a:latin typeface="Myriad Pro"/>
                <a:cs typeface="Myriad Pro"/>
              </a:rPr>
              <a:t>EN NINGÚN CASO EL </a:t>
            </a:r>
            <a:r>
              <a:rPr lang="es-CR" sz="2200" b="1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SILENCIO</a:t>
            </a:r>
            <a:r>
              <a:rPr lang="es-CR" sz="2200" b="1" dirty="0">
                <a:solidFill>
                  <a:srgbClr val="002B82"/>
                </a:solidFill>
                <a:latin typeface="Myriad Pro"/>
                <a:cs typeface="Myriad Pro"/>
              </a:rPr>
              <a:t> PODRÁ ASIMILARSE A </a:t>
            </a:r>
          </a:p>
          <a:p>
            <a:pPr algn="ctr" eaLnBrk="0" hangingPunct="0">
              <a:lnSpc>
                <a:spcPct val="80000"/>
              </a:lnSpc>
              <a:spcBef>
                <a:spcPct val="20000"/>
              </a:spcBef>
              <a:defRPr/>
            </a:pPr>
            <a:r>
              <a:rPr lang="es-CR" sz="2200" b="1" dirty="0">
                <a:solidFill>
                  <a:srgbClr val="002B82"/>
                </a:solidFill>
                <a:latin typeface="Myriad Pro"/>
                <a:cs typeface="Myriad Pro"/>
              </a:rPr>
              <a:t>UNA CONDUCTA INEQUÍVOCA</a:t>
            </a:r>
            <a:r>
              <a:rPr lang="es-CR" sz="2200" dirty="0">
                <a:solidFill>
                  <a:srgbClr val="002B82"/>
                </a:solidFill>
                <a:latin typeface="Myriad Pro"/>
                <a:cs typeface="Myriad Pro"/>
              </a:rPr>
              <a:t>.</a:t>
            </a:r>
            <a:endParaRPr lang="es-CO" sz="22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defRPr/>
            </a:pPr>
            <a:endParaRPr lang="es-MX" sz="2400" dirty="0">
              <a:solidFill>
                <a:srgbClr val="002B82"/>
              </a:solidFill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865860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Diagrama"/>
          <p:cNvGraphicFramePr/>
          <p:nvPr/>
        </p:nvGraphicFramePr>
        <p:xfrm>
          <a:off x="1331640" y="1556792"/>
          <a:ext cx="6696743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1 Rectángulo"/>
          <p:cNvSpPr/>
          <p:nvPr/>
        </p:nvSpPr>
        <p:spPr>
          <a:xfrm rot="10800000" flipV="1">
            <a:off x="1259631" y="1085367"/>
            <a:ext cx="6696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4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tura Std Book" pitchFamily="34" charset="0"/>
              </a:rPr>
              <a:t>POLÍTICA DE TRATAMIENTO DE DATOS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20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309135701"/>
              </p:ext>
            </p:extLst>
          </p:nvPr>
        </p:nvGraphicFramePr>
        <p:xfrm>
          <a:off x="374972" y="1661431"/>
          <a:ext cx="8445500" cy="3711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1 Rectángulo"/>
          <p:cNvSpPr/>
          <p:nvPr/>
        </p:nvSpPr>
        <p:spPr>
          <a:xfrm rot="10800000" flipV="1">
            <a:off x="1259631" y="1085367"/>
            <a:ext cx="6696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4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tura Std Book" pitchFamily="34" charset="0"/>
              </a:rPr>
              <a:t>AVISO DE PRIVACIDAD</a:t>
            </a:r>
          </a:p>
        </p:txBody>
      </p:sp>
    </p:spTree>
    <p:extLst>
      <p:ext uri="{BB962C8B-B14F-4D97-AF65-F5344CB8AC3E}">
        <p14:creationId xmlns:p14="http://schemas.microsoft.com/office/powerpoint/2010/main" val="400254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21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57200" y="2060575"/>
            <a:ext cx="84455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just" eaLnBrk="1" hangingPunct="1">
              <a:buFont typeface="Arial" pitchFamily="34" charset="0"/>
              <a:buChar char="•"/>
            </a:pPr>
            <a:r>
              <a:rPr lang="es-MX" sz="2800" dirty="0">
                <a:latin typeface="Myriad Pro"/>
                <a:ea typeface="+mn-ea"/>
                <a:cs typeface="Myriad Pro"/>
              </a:rPr>
              <a:t>Se establecen los mismos procedimientos previstos en la </a:t>
            </a:r>
            <a:r>
              <a:rPr lang="es-MX" sz="2800" dirty="0">
                <a:solidFill>
                  <a:schemeClr val="accent6">
                    <a:lumMod val="75000"/>
                  </a:schemeClr>
                </a:solidFill>
                <a:latin typeface="Myriad Pro"/>
                <a:ea typeface="+mn-ea"/>
                <a:cs typeface="Myriad Pro"/>
              </a:rPr>
              <a:t>Ley 1266 de 2008</a:t>
            </a:r>
            <a:r>
              <a:rPr lang="es-MX" sz="2800" dirty="0">
                <a:latin typeface="Myriad Pro"/>
                <a:ea typeface="+mn-ea"/>
                <a:cs typeface="Myriad Pro"/>
              </a:rPr>
              <a:t>: Consultas y reclamos. </a:t>
            </a:r>
          </a:p>
          <a:p>
            <a:pPr algn="just" eaLnBrk="1" hangingPunct="1">
              <a:buFont typeface="Arial" pitchFamily="34" charset="0"/>
              <a:buChar char="•"/>
            </a:pPr>
            <a:endParaRPr lang="es-MX" sz="2800" dirty="0">
              <a:latin typeface="Myriad Pro"/>
              <a:ea typeface="+mn-ea"/>
              <a:cs typeface="Myriad Pro"/>
            </a:endParaRPr>
          </a:p>
          <a:p>
            <a:pPr algn="just" eaLnBrk="1" hangingPunct="1">
              <a:buFont typeface="Arial" pitchFamily="34" charset="0"/>
              <a:buChar char="•"/>
            </a:pPr>
            <a:r>
              <a:rPr lang="es-MX" sz="2800" dirty="0">
                <a:latin typeface="Myriad Pro"/>
                <a:ea typeface="+mn-ea"/>
                <a:cs typeface="Myriad Pro"/>
              </a:rPr>
              <a:t>Se conserva el </a:t>
            </a:r>
            <a:r>
              <a:rPr lang="es-MX" sz="2800" dirty="0">
                <a:solidFill>
                  <a:srgbClr val="E46C0A"/>
                </a:solidFill>
                <a:latin typeface="Myriad Pro"/>
                <a:ea typeface="+mn-ea"/>
                <a:cs typeface="Myriad Pro"/>
              </a:rPr>
              <a:t>requisito de procedibilidad </a:t>
            </a:r>
            <a:r>
              <a:rPr lang="es-MX" sz="2800" dirty="0">
                <a:latin typeface="Myriad Pro"/>
                <a:ea typeface="+mn-ea"/>
                <a:cs typeface="Myriad Pro"/>
              </a:rPr>
              <a:t>para elevar queja ante la SIC.</a:t>
            </a:r>
          </a:p>
        </p:txBody>
      </p:sp>
      <p:sp>
        <p:nvSpPr>
          <p:cNvPr id="9" name="1 Rectángulo"/>
          <p:cNvSpPr/>
          <p:nvPr/>
        </p:nvSpPr>
        <p:spPr>
          <a:xfrm rot="10800000" flipV="1">
            <a:off x="1259631" y="973034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PROCEDIMIENTOS</a:t>
            </a:r>
          </a:p>
        </p:txBody>
      </p:sp>
    </p:spTree>
    <p:extLst>
      <p:ext uri="{BB962C8B-B14F-4D97-AF65-F5344CB8AC3E}">
        <p14:creationId xmlns:p14="http://schemas.microsoft.com/office/powerpoint/2010/main" val="2453408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 rot="10800000" flipV="1">
            <a:off x="1187623" y="976881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ACCOUNTABILITY</a:t>
            </a: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395536" y="1988840"/>
            <a:ext cx="8208838" cy="4358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Aft>
                <a:spcPts val="1200"/>
              </a:spcAft>
              <a:defRPr/>
            </a:pPr>
            <a:r>
              <a:rPr lang="es-ES" sz="2800" dirty="0">
                <a:latin typeface="Myriad Pro"/>
                <a:cs typeface="Myriad Pro"/>
              </a:rPr>
              <a:t>Políticas respaldas por:</a:t>
            </a:r>
          </a:p>
          <a:p>
            <a:pPr algn="just">
              <a:lnSpc>
                <a:spcPct val="80000"/>
              </a:lnSpc>
              <a:spcAft>
                <a:spcPts val="1200"/>
              </a:spcAft>
              <a:defRPr/>
            </a:pPr>
            <a:endParaRPr lang="es-ES" sz="2800" dirty="0">
              <a:latin typeface="Myriad Pro"/>
              <a:cs typeface="Myriad Pro"/>
            </a:endParaRPr>
          </a:p>
          <a:p>
            <a:pPr algn="just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es-ES" sz="2800" dirty="0">
                <a:latin typeface="Myriad Pro"/>
                <a:cs typeface="Myriad Pro"/>
              </a:rPr>
              <a:t> Existencia de estructura administrativa </a:t>
            </a:r>
            <a:r>
              <a:rPr lang="es-ES" sz="2800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proporcional</a:t>
            </a:r>
            <a:r>
              <a:rPr lang="es-ES" sz="2800" dirty="0">
                <a:latin typeface="Myriad Pro"/>
                <a:cs typeface="Myriad Pro"/>
              </a:rPr>
              <a:t> a la estructura y tamaño empresarial del Responsable</a:t>
            </a:r>
          </a:p>
          <a:p>
            <a:pPr algn="just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es-ES" sz="2800" dirty="0">
                <a:latin typeface="Myriad Pro"/>
                <a:cs typeface="Myriad Pro"/>
              </a:rPr>
              <a:t> Adopción de mecanismos internos para </a:t>
            </a:r>
            <a:r>
              <a:rPr lang="es-ES" sz="2800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poner en práctica</a:t>
            </a:r>
            <a:r>
              <a:rPr lang="es-ES" sz="2800" dirty="0">
                <a:latin typeface="Myriad Pro"/>
                <a:cs typeface="Myriad Pro"/>
              </a:rPr>
              <a:t> estas políticas</a:t>
            </a:r>
          </a:p>
          <a:p>
            <a:pPr algn="just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q"/>
              <a:defRPr/>
            </a:pPr>
            <a:r>
              <a:rPr lang="es-ES" sz="2800" dirty="0">
                <a:latin typeface="Myriad Pro"/>
                <a:cs typeface="Myriad Pro"/>
              </a:rPr>
              <a:t> Adopción de </a:t>
            </a:r>
            <a:r>
              <a:rPr lang="es-ES" sz="2800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procesos para atención de </a:t>
            </a:r>
            <a:r>
              <a:rPr lang="es-ES" sz="2800" dirty="0" err="1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PQR´s</a:t>
            </a:r>
            <a:endParaRPr lang="es-ES" sz="2800" dirty="0">
              <a:solidFill>
                <a:schemeClr val="accent6">
                  <a:lumMod val="75000"/>
                </a:schemeClr>
              </a:solidFill>
              <a:latin typeface="Myriad Pro"/>
              <a:cs typeface="Myriad Pro"/>
            </a:endParaRPr>
          </a:p>
          <a:p>
            <a:pPr algn="just">
              <a:lnSpc>
                <a:spcPct val="80000"/>
              </a:lnSpc>
              <a:defRPr/>
            </a:pPr>
            <a:endParaRPr lang="es-ES" sz="2800" dirty="0">
              <a:latin typeface="Arial Narrow" pitchFamily="34" charset="0"/>
              <a:cs typeface="MS PGothic" charset="0"/>
            </a:endParaRPr>
          </a:p>
          <a:p>
            <a:pPr algn="just">
              <a:lnSpc>
                <a:spcPct val="80000"/>
              </a:lnSpc>
              <a:defRPr/>
            </a:pPr>
            <a:endParaRPr lang="es-MX" sz="3200" dirty="0">
              <a:latin typeface="Arial Narrow" pitchFamily="34" charset="0"/>
              <a:cs typeface="MS PGothic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2"/>
          <p:cNvGraphicFramePr/>
          <p:nvPr/>
        </p:nvGraphicFramePr>
        <p:xfrm>
          <a:off x="1475656" y="908720"/>
          <a:ext cx="6252118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ight Arrow 3"/>
          <p:cNvSpPr/>
          <p:nvPr/>
        </p:nvSpPr>
        <p:spPr>
          <a:xfrm rot="18142869">
            <a:off x="-468257" y="2869421"/>
            <a:ext cx="5213466" cy="9920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ight Arrow 4"/>
          <p:cNvSpPr/>
          <p:nvPr/>
        </p:nvSpPr>
        <p:spPr>
          <a:xfrm rot="3265102">
            <a:off x="4444979" y="2681093"/>
            <a:ext cx="5222596" cy="991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ultiply 5"/>
          <p:cNvSpPr/>
          <p:nvPr/>
        </p:nvSpPr>
        <p:spPr>
          <a:xfrm>
            <a:off x="5925872" y="2132856"/>
            <a:ext cx="2174520" cy="169619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3 Marcador de texto"/>
          <p:cNvSpPr txBox="1">
            <a:spLocks/>
          </p:cNvSpPr>
          <p:nvPr/>
        </p:nvSpPr>
        <p:spPr>
          <a:xfrm>
            <a:off x="2267744" y="-1"/>
            <a:ext cx="5507338" cy="803307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Elaboración de un Programa Integral de Gestión de Datos</a:t>
            </a:r>
            <a:endParaRPr kumimoji="0" lang="es-CO" sz="2500" b="1" i="0" u="none" strike="noStrike" kern="1200" cap="none" spc="0" normalizeH="0" baseline="0" noProof="0" dirty="0">
              <a:ln>
                <a:noFill/>
              </a:ln>
              <a:solidFill>
                <a:srgbClr val="002B8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yriad Pro"/>
              <a:ea typeface="+mn-ea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2696292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908998" y="3244334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 </a:t>
            </a:r>
            <a:r>
              <a:rPr lang="es-CO" b="1" dirty="0"/>
              <a:t>f2sAcpEP</a:t>
            </a:r>
            <a:endParaRPr lang="es-CO" dirty="0"/>
          </a:p>
        </p:txBody>
      </p:sp>
      <p:graphicFrame>
        <p:nvGraphicFramePr>
          <p:cNvPr id="4" name="3 Diagrama"/>
          <p:cNvGraphicFramePr/>
          <p:nvPr/>
        </p:nvGraphicFramePr>
        <p:xfrm>
          <a:off x="1043608" y="1772816"/>
          <a:ext cx="7344816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Rectángulo"/>
          <p:cNvSpPr/>
          <p:nvPr/>
        </p:nvSpPr>
        <p:spPr>
          <a:xfrm rot="10800000" flipV="1">
            <a:off x="1187623" y="784521"/>
            <a:ext cx="669674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Controles del Programa Integral de Gestión de Datos Personales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25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95536" y="1772816"/>
            <a:ext cx="8424863" cy="4330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b="1" dirty="0">
                <a:solidFill>
                  <a:srgbClr val="E46C0A"/>
                </a:solidFill>
                <a:latin typeface="Myriad Pro"/>
                <a:cs typeface="Myriad Pro"/>
              </a:rPr>
              <a:t>Directorio público </a:t>
            </a:r>
            <a:r>
              <a:rPr lang="es-ES" sz="2400" dirty="0">
                <a:solidFill>
                  <a:srgbClr val="002B82"/>
                </a:solidFill>
                <a:latin typeface="Myriad Pro"/>
                <a:cs typeface="Myriad Pro"/>
              </a:rPr>
              <a:t>de las bases de datos sujetas a Tratamiento que operan en el país.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endParaRPr lang="es-ES" sz="24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dirty="0">
                <a:solidFill>
                  <a:srgbClr val="002B82"/>
                </a:solidFill>
                <a:latin typeface="Myriad Pro"/>
                <a:cs typeface="Myriad Pro"/>
              </a:rPr>
              <a:t>Permitirá conocer: 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r>
              <a:rPr lang="es-ES" sz="2400" dirty="0">
                <a:solidFill>
                  <a:srgbClr val="002B82"/>
                </a:solidFill>
                <a:latin typeface="Myriad Pro"/>
                <a:cs typeface="Myriad Pro"/>
              </a:rPr>
              <a:t>	- </a:t>
            </a:r>
            <a:r>
              <a:rPr lang="es-MX" sz="2400" b="1" dirty="0">
                <a:solidFill>
                  <a:srgbClr val="E46C0A"/>
                </a:solidFill>
                <a:latin typeface="Myriad Pro"/>
                <a:cs typeface="Myriad Pro"/>
              </a:rPr>
              <a:t>Realidad</a:t>
            </a:r>
            <a:r>
              <a:rPr lang="es-MX" sz="2400" dirty="0">
                <a:solidFill>
                  <a:srgbClr val="FF0000"/>
                </a:solidFill>
                <a:latin typeface="Myriad Pro"/>
                <a:cs typeface="Myriad Pro"/>
              </a:rPr>
              <a:t> </a:t>
            </a: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de las bases de datos del país 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	- </a:t>
            </a:r>
            <a:r>
              <a:rPr lang="es-MX" sz="2400" b="1" dirty="0">
                <a:solidFill>
                  <a:srgbClr val="E46C0A"/>
                </a:solidFill>
                <a:latin typeface="Myriad Pro"/>
                <a:cs typeface="Myriad Pro"/>
              </a:rPr>
              <a:t>Flujo</a:t>
            </a: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 y tipo de datos 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	- </a:t>
            </a:r>
            <a:r>
              <a:rPr lang="es-MX" sz="2400" b="1" dirty="0">
                <a:solidFill>
                  <a:srgbClr val="E46C0A"/>
                </a:solidFill>
                <a:latin typeface="Myriad Pro"/>
                <a:cs typeface="Myriad Pro"/>
              </a:rPr>
              <a:t>Quién o quiénes </a:t>
            </a: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adelantan su tratamiento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	- </a:t>
            </a:r>
            <a:r>
              <a:rPr lang="es-MX" sz="2400" b="1" dirty="0">
                <a:solidFill>
                  <a:srgbClr val="E46C0A"/>
                </a:solidFill>
                <a:latin typeface="Myriad Pro"/>
                <a:cs typeface="Myriad Pro"/>
              </a:rPr>
              <a:t>Finalidad</a:t>
            </a: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 y 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	- </a:t>
            </a:r>
            <a:r>
              <a:rPr lang="es-MX" sz="2400" b="1" dirty="0">
                <a:solidFill>
                  <a:srgbClr val="E46C0A"/>
                </a:solidFill>
                <a:latin typeface="Myriad Pro"/>
                <a:cs typeface="Myriad Pro"/>
              </a:rPr>
              <a:t>Políticas</a:t>
            </a:r>
            <a:r>
              <a:rPr lang="es-MX" sz="2400" dirty="0">
                <a:solidFill>
                  <a:srgbClr val="E46C0A"/>
                </a:solidFill>
                <a:latin typeface="Myriad Pro"/>
                <a:cs typeface="Myriad Pro"/>
              </a:rPr>
              <a:t> </a:t>
            </a: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de tratamiento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endParaRPr lang="es-MX" sz="24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marL="457200" indent="-4572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MX" sz="2400" dirty="0">
                <a:solidFill>
                  <a:srgbClr val="002B82"/>
                </a:solidFill>
                <a:latin typeface="Myriad Pro"/>
                <a:cs typeface="Myriad Pro"/>
              </a:rPr>
              <a:t>Mecanismo para poner en conocimiento fugas de información</a:t>
            </a:r>
            <a:r>
              <a:rPr lang="es-MX" sz="2400" b="1" dirty="0">
                <a:solidFill>
                  <a:srgbClr val="002B82"/>
                </a:solidFill>
                <a:latin typeface="Myriad Pro"/>
                <a:cs typeface="Myriad Pro"/>
              </a:rPr>
              <a:t> (Decreto 886 de 2014)</a:t>
            </a:r>
            <a:endParaRPr lang="es-ES" sz="2400" b="1" dirty="0">
              <a:solidFill>
                <a:srgbClr val="002B82"/>
              </a:solidFill>
              <a:latin typeface="Myriad Pro"/>
              <a:cs typeface="Myriad Pro"/>
            </a:endParaRPr>
          </a:p>
        </p:txBody>
      </p:sp>
      <p:sp>
        <p:nvSpPr>
          <p:cNvPr id="9" name="1 Rectángulo"/>
          <p:cNvSpPr/>
          <p:nvPr/>
        </p:nvSpPr>
        <p:spPr>
          <a:xfrm rot="10800000" flipV="1">
            <a:off x="1259631" y="973034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REGISTRO NACIONAL DE BASES DE DATOS</a:t>
            </a:r>
          </a:p>
        </p:txBody>
      </p:sp>
    </p:spTree>
    <p:extLst>
      <p:ext uri="{BB962C8B-B14F-4D97-AF65-F5344CB8AC3E}">
        <p14:creationId xmlns:p14="http://schemas.microsoft.com/office/powerpoint/2010/main" val="156886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26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67617" y="1628800"/>
            <a:ext cx="8424863" cy="5370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Inventario: </a:t>
            </a:r>
            <a:r>
              <a:rPr lang="es-ES" sz="2400" dirty="0">
                <a:latin typeface="Myriad Pro"/>
                <a:cs typeface="Myriad Pro"/>
              </a:rPr>
              <a:t>identifique sus bases de datos</a:t>
            </a:r>
          </a:p>
          <a:p>
            <a:pPr marL="1257300" lvl="2" indent="-342900" algn="just">
              <a:lnSpc>
                <a:spcPct val="80000"/>
              </a:lnSpc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s-ES" sz="2400" dirty="0">
                <a:latin typeface="Myriad Pro"/>
                <a:cs typeface="Myriad Pro"/>
              </a:rPr>
              <a:t>Cuáles son</a:t>
            </a:r>
          </a:p>
          <a:p>
            <a:pPr marL="1257300" lvl="2" indent="-342900" algn="just">
              <a:lnSpc>
                <a:spcPct val="80000"/>
              </a:lnSpc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s-ES" sz="2400" dirty="0">
                <a:latin typeface="Myriad Pro"/>
                <a:cs typeface="Myriad Pro"/>
              </a:rPr>
              <a:t>Información que contienen</a:t>
            </a:r>
          </a:p>
          <a:p>
            <a:pPr marL="1257300" lvl="2" indent="-342900" algn="just">
              <a:lnSpc>
                <a:spcPct val="80000"/>
              </a:lnSpc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s-ES" sz="2400" dirty="0">
                <a:latin typeface="Myriad Pro"/>
                <a:cs typeface="Myriad Pro"/>
              </a:rPr>
              <a:t>Manejan o no datos sensibles</a:t>
            </a:r>
          </a:p>
          <a:p>
            <a:pPr marL="1257300" lvl="2" indent="-342900" algn="just">
              <a:lnSpc>
                <a:spcPct val="80000"/>
              </a:lnSpc>
              <a:spcAft>
                <a:spcPts val="600"/>
              </a:spcAft>
              <a:defRPr/>
            </a:pPr>
            <a:endParaRPr lang="es-ES" sz="2400" dirty="0">
              <a:latin typeface="Myriad Pro"/>
              <a:cs typeface="Myriad Pro"/>
            </a:endParaRP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Myriad Pro"/>
                <a:cs typeface="Myriad Pro"/>
              </a:rPr>
              <a:t>Identifique</a:t>
            </a:r>
            <a:r>
              <a:rPr lang="es-ES" sz="2400" dirty="0">
                <a:latin typeface="Myriad Pro"/>
                <a:cs typeface="Myriad Pro"/>
              </a:rPr>
              <a:t> sus fuentes de recolección de información y establezca reglas para conformación de una nueva base de datos y protocolos para su manejo</a:t>
            </a: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endParaRPr lang="es-ES" sz="2400" dirty="0">
              <a:latin typeface="Myriad Pro"/>
              <a:cs typeface="Myriad Pro"/>
            </a:endParaRPr>
          </a:p>
          <a:p>
            <a:pPr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dirty="0">
                <a:solidFill>
                  <a:srgbClr val="E46C0A"/>
                </a:solidFill>
                <a:latin typeface="Myriad Pro"/>
                <a:cs typeface="Myriad Pro"/>
              </a:rPr>
              <a:t>    </a:t>
            </a:r>
            <a:r>
              <a:rPr lang="es-ES" sz="2400" b="1" dirty="0">
                <a:solidFill>
                  <a:srgbClr val="E46C0A"/>
                </a:solidFill>
                <a:latin typeface="Myriad Pro"/>
                <a:cs typeface="Myriad Pro"/>
              </a:rPr>
              <a:t>Diseñe</a:t>
            </a:r>
            <a:r>
              <a:rPr lang="es-ES" sz="2400" dirty="0">
                <a:solidFill>
                  <a:srgbClr val="E46C0A"/>
                </a:solidFill>
                <a:latin typeface="Myriad Pro"/>
                <a:cs typeface="Myriad Pro"/>
              </a:rPr>
              <a:t> </a:t>
            </a:r>
            <a:r>
              <a:rPr lang="es-ES" sz="2400" dirty="0">
                <a:latin typeface="Myriad Pro"/>
                <a:cs typeface="Myriad Pro"/>
              </a:rPr>
              <a:t>una política de seguridad de la información que   contemple entre otros como actuar ante:</a:t>
            </a:r>
          </a:p>
          <a:p>
            <a:pPr marL="1257300" lvl="2" indent="-342900" algn="just">
              <a:lnSpc>
                <a:spcPct val="80000"/>
              </a:lnSpc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s-ES" sz="2400" dirty="0">
                <a:latin typeface="Myriad Pro"/>
                <a:cs typeface="Myriad Pro"/>
              </a:rPr>
              <a:t>Adulteración de información </a:t>
            </a:r>
          </a:p>
          <a:p>
            <a:pPr marL="1257300" lvl="2" indent="-342900" algn="just">
              <a:lnSpc>
                <a:spcPct val="80000"/>
              </a:lnSpc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s-ES" sz="2400" dirty="0">
                <a:latin typeface="Myriad Pro"/>
                <a:cs typeface="Myriad Pro"/>
              </a:rPr>
              <a:t>Pérdida de información</a:t>
            </a:r>
          </a:p>
          <a:p>
            <a:pPr marL="1257300" lvl="2" indent="-342900" algn="just">
              <a:lnSpc>
                <a:spcPct val="80000"/>
              </a:lnSpc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es-ES" sz="2400" dirty="0">
                <a:latin typeface="Myriad Pro"/>
                <a:cs typeface="Myriad Pro"/>
              </a:rPr>
              <a:t>Consultas o accesos no autorizados</a:t>
            </a:r>
          </a:p>
          <a:p>
            <a:pPr marL="1257300" lvl="2" indent="-342900" algn="just">
              <a:lnSpc>
                <a:spcPct val="80000"/>
              </a:lnSpc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endParaRPr lang="es-MX" sz="2400" dirty="0">
              <a:latin typeface="Myriad Pro"/>
              <a:cs typeface="Myriad Pro"/>
            </a:endParaRPr>
          </a:p>
        </p:txBody>
      </p:sp>
      <p:sp>
        <p:nvSpPr>
          <p:cNvPr id="9" name="1 Rectángulo"/>
          <p:cNvSpPr/>
          <p:nvPr/>
        </p:nvSpPr>
        <p:spPr>
          <a:xfrm rot="10800000" flipV="1">
            <a:off x="1259631" y="973034"/>
            <a:ext cx="669674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¿QUÉ PASOS SEGUIR?</a:t>
            </a:r>
          </a:p>
        </p:txBody>
      </p:sp>
    </p:spTree>
    <p:extLst>
      <p:ext uri="{BB962C8B-B14F-4D97-AF65-F5344CB8AC3E}">
        <p14:creationId xmlns:p14="http://schemas.microsoft.com/office/powerpoint/2010/main" val="3347177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27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67617" y="1700808"/>
            <a:ext cx="8424863" cy="440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endParaRPr lang="es-ES" sz="2400" dirty="0">
              <a:solidFill>
                <a:srgbClr val="002B82"/>
              </a:solidFill>
              <a:latin typeface="Futura Std Book" pitchFamily="34" charset="0"/>
            </a:endParaRP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b="1" dirty="0">
                <a:solidFill>
                  <a:srgbClr val="E46C0A"/>
                </a:solidFill>
                <a:latin typeface="Myriad Pro"/>
                <a:cs typeface="Myriad Pro"/>
              </a:rPr>
              <a:t>Elabore</a:t>
            </a:r>
            <a:r>
              <a:rPr lang="es-ES" sz="2400" dirty="0">
                <a:solidFill>
                  <a:srgbClr val="E46C0A"/>
                </a:solidFill>
                <a:latin typeface="Myriad Pro"/>
                <a:cs typeface="Myriad Pro"/>
              </a:rPr>
              <a:t> </a:t>
            </a:r>
            <a:r>
              <a:rPr lang="es-ES" sz="2400" dirty="0">
                <a:latin typeface="Myriad Pro"/>
                <a:cs typeface="Myriad Pro"/>
              </a:rPr>
              <a:t>su política de tratamiento y aviso de privacidad</a:t>
            </a: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endParaRPr lang="es-ES" sz="2400" dirty="0">
              <a:solidFill>
                <a:srgbClr val="E46C0A"/>
              </a:solidFill>
              <a:latin typeface="Myriad Pro"/>
              <a:cs typeface="Myriad Pro"/>
            </a:endParaRP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b="1" dirty="0">
                <a:solidFill>
                  <a:srgbClr val="E46C0A"/>
                </a:solidFill>
                <a:latin typeface="Myriad Pro"/>
                <a:cs typeface="Myriad Pro"/>
              </a:rPr>
              <a:t>Asigne</a:t>
            </a:r>
            <a:r>
              <a:rPr lang="es-ES" sz="2400" dirty="0">
                <a:solidFill>
                  <a:srgbClr val="E46C0A"/>
                </a:solidFill>
                <a:latin typeface="Myriad Pro"/>
                <a:cs typeface="Myriad Pro"/>
              </a:rPr>
              <a:t> </a:t>
            </a:r>
            <a:r>
              <a:rPr lang="es-ES" sz="2400" dirty="0">
                <a:latin typeface="Myriad Pro"/>
                <a:cs typeface="Myriad Pro"/>
              </a:rPr>
              <a:t>un responsable del manejo de la información – Oficial de Protección de Datos</a:t>
            </a: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endParaRPr lang="es-ES" sz="2400" dirty="0">
              <a:solidFill>
                <a:srgbClr val="E46C0A"/>
              </a:solidFill>
              <a:latin typeface="Myriad Pro"/>
              <a:cs typeface="Myriad Pro"/>
            </a:endParaRP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b="1" dirty="0">
                <a:solidFill>
                  <a:srgbClr val="E46C0A"/>
                </a:solidFill>
                <a:latin typeface="Myriad Pro"/>
                <a:cs typeface="Myriad Pro"/>
              </a:rPr>
              <a:t>Inscriba</a:t>
            </a:r>
            <a:r>
              <a:rPr lang="es-ES" sz="2400" dirty="0">
                <a:solidFill>
                  <a:srgbClr val="E46C0A"/>
                </a:solidFill>
                <a:latin typeface="Myriad Pro"/>
                <a:cs typeface="Myriad Pro"/>
              </a:rPr>
              <a:t> </a:t>
            </a:r>
            <a:r>
              <a:rPr lang="es-ES" sz="2400" dirty="0">
                <a:solidFill>
                  <a:srgbClr val="002B82"/>
                </a:solidFill>
                <a:latin typeface="Myriad Pro"/>
                <a:cs typeface="Myriad Pro"/>
              </a:rPr>
              <a:t>sus bases de Datos en el Registro Nacional</a:t>
            </a: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endParaRPr lang="es-ES" sz="24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b="1" dirty="0">
                <a:solidFill>
                  <a:srgbClr val="E46C0A"/>
                </a:solidFill>
                <a:latin typeface="Myriad Pro"/>
                <a:cs typeface="Myriad Pro"/>
              </a:rPr>
              <a:t>Capacítese</a:t>
            </a:r>
            <a:r>
              <a:rPr lang="es-ES" sz="2400" dirty="0">
                <a:solidFill>
                  <a:srgbClr val="002B82"/>
                </a:solidFill>
                <a:latin typeface="Myriad Pro"/>
                <a:cs typeface="Myriad Pro"/>
              </a:rPr>
              <a:t> y capacite a sus colaboradores</a:t>
            </a: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endParaRPr lang="es-ES" sz="2400" dirty="0">
              <a:solidFill>
                <a:srgbClr val="002B82"/>
              </a:solidFill>
              <a:latin typeface="Myriad Pro"/>
              <a:cs typeface="Myriad Pro"/>
            </a:endParaRPr>
          </a:p>
          <a:p>
            <a:pPr marL="342900" indent="-342900" algn="just">
              <a:lnSpc>
                <a:spcPct val="8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s-ES" sz="2400" b="1" dirty="0">
                <a:solidFill>
                  <a:srgbClr val="E46C0A"/>
                </a:solidFill>
                <a:latin typeface="Myriad Pro"/>
                <a:cs typeface="Myriad Pro"/>
              </a:rPr>
              <a:t>Y Recuerde…….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r>
              <a:rPr lang="es-ES" sz="2400" dirty="0">
                <a:solidFill>
                  <a:srgbClr val="002B82"/>
                </a:solidFill>
                <a:latin typeface="Myriad Pro"/>
                <a:cs typeface="Myriad Pro"/>
              </a:rPr>
              <a:t>	</a:t>
            </a:r>
            <a:endParaRPr lang="es-MX" sz="2400" dirty="0">
              <a:solidFill>
                <a:srgbClr val="002B82"/>
              </a:solidFill>
              <a:latin typeface="Myriad Pro"/>
              <a:cs typeface="Myriad Pro"/>
            </a:endParaRPr>
          </a:p>
        </p:txBody>
      </p:sp>
      <p:sp>
        <p:nvSpPr>
          <p:cNvPr id="9" name="1 Rectángulo"/>
          <p:cNvSpPr/>
          <p:nvPr/>
        </p:nvSpPr>
        <p:spPr>
          <a:xfrm rot="10800000" flipV="1">
            <a:off x="-1" y="1151745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es-CO" sz="2500" b="1" dirty="0">
                <a:solidFill>
                  <a:srgbClr val="002B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/>
                <a:cs typeface="Myriad Pro"/>
              </a:rPr>
              <a:t>EN RELACIÓN CON EL MANEJO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500170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467617" y="1700808"/>
            <a:ext cx="8424863" cy="408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endParaRPr lang="es-ES" sz="2400" dirty="0">
              <a:solidFill>
                <a:srgbClr val="002B82"/>
              </a:solidFill>
              <a:latin typeface="Futura Std Book" pitchFamily="34" charset="0"/>
            </a:endParaRPr>
          </a:p>
          <a:p>
            <a:pPr marL="342900" indent="-342900" algn="ctr">
              <a:lnSpc>
                <a:spcPct val="80000"/>
              </a:lnSpc>
              <a:spcAft>
                <a:spcPts val="600"/>
              </a:spcAft>
              <a:defRPr/>
            </a:pPr>
            <a:r>
              <a:rPr lang="es-ES" sz="2400" b="1" dirty="0">
                <a:solidFill>
                  <a:srgbClr val="E46C0A"/>
                </a:solidFill>
                <a:latin typeface="Myriad Pro"/>
                <a:cs typeface="Myriad Pro"/>
              </a:rPr>
              <a:t> </a:t>
            </a:r>
            <a:r>
              <a:rPr lang="es-ES" sz="6600" b="1" dirty="0">
                <a:solidFill>
                  <a:srgbClr val="E46C0A"/>
                </a:solidFill>
                <a:latin typeface="Myriad Pro"/>
                <a:cs typeface="Myriad Pro"/>
              </a:rPr>
              <a:t>Se requiere el compromiso de la Alta Dirección de la organización 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  <a:defRPr/>
            </a:pPr>
            <a:r>
              <a:rPr lang="es-ES" sz="2400" dirty="0">
                <a:solidFill>
                  <a:srgbClr val="002B82"/>
                </a:solidFill>
                <a:latin typeface="Myriad Pro"/>
                <a:cs typeface="Myriad Pro"/>
              </a:rPr>
              <a:t>	</a:t>
            </a:r>
            <a:endParaRPr lang="es-MX" sz="2400" dirty="0">
              <a:solidFill>
                <a:srgbClr val="002B82"/>
              </a:solidFill>
              <a:latin typeface="Myriad Pro"/>
              <a:cs typeface="Myriad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29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395536" y="1556792"/>
            <a:ext cx="8496944" cy="3312368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s-ES" b="1" dirty="0">
                <a:solidFill>
                  <a:srgbClr val="1C1F53"/>
                </a:solidFill>
                <a:latin typeface="Arial Narrow" pitchFamily="34" charset="0"/>
              </a:rPr>
              <a:t> </a:t>
            </a:r>
            <a:r>
              <a:rPr lang="es-ES" sz="4800" dirty="0">
                <a:solidFill>
                  <a:srgbClr val="002B82"/>
                </a:solidFill>
                <a:latin typeface="Myriad Pro"/>
                <a:ea typeface="+mn-ea"/>
                <a:cs typeface="Myriad Pro"/>
              </a:rPr>
              <a:t>Para consultas o solicitudes</a:t>
            </a:r>
          </a:p>
          <a:p>
            <a:pPr>
              <a:defRPr/>
            </a:pPr>
            <a:r>
              <a:rPr lang="es-ES" sz="4800" dirty="0">
                <a:solidFill>
                  <a:srgbClr val="002B82"/>
                </a:solidFill>
                <a:latin typeface="Myriad Pro"/>
                <a:ea typeface="+mn-ea"/>
                <a:cs typeface="Myriad Pro"/>
              </a:rPr>
              <a:t>pueden dirigirse a:</a:t>
            </a:r>
          </a:p>
          <a:p>
            <a:pPr>
              <a:defRPr/>
            </a:pPr>
            <a:endParaRPr lang="es-ES" sz="4800" dirty="0">
              <a:solidFill>
                <a:srgbClr val="002B82"/>
              </a:solidFill>
              <a:latin typeface="Myriad Pro"/>
              <a:ea typeface="+mn-ea"/>
              <a:cs typeface="Myriad Pro"/>
            </a:endParaRPr>
          </a:p>
          <a:p>
            <a:pPr>
              <a:defRPr/>
            </a:pPr>
            <a:r>
              <a:rPr lang="es-ES" sz="4800" b="1" dirty="0" err="1">
                <a:solidFill>
                  <a:schemeClr val="accent5">
                    <a:lumMod val="75000"/>
                  </a:schemeClr>
                </a:solidFill>
                <a:latin typeface="Myriad Pro"/>
                <a:cs typeface="Myriad Pro"/>
              </a:rPr>
              <a:t>contactenos@sic.gov.co</a:t>
            </a:r>
            <a:endParaRPr lang="es-CO" sz="4800" b="1" dirty="0">
              <a:solidFill>
                <a:schemeClr val="accent5">
                  <a:lumMod val="75000"/>
                </a:schemeClr>
              </a:solidFill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1242069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4 Marcador de fecha"/>
          <p:cNvSpPr txBox="1">
            <a:spLocks/>
          </p:cNvSpPr>
          <p:nvPr/>
        </p:nvSpPr>
        <p:spPr bwMode="auto">
          <a:xfrm>
            <a:off x="457200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8" name="5 Marcador de número de diapositiva"/>
          <p:cNvSpPr txBox="1">
            <a:spLocks/>
          </p:cNvSpPr>
          <p:nvPr/>
        </p:nvSpPr>
        <p:spPr bwMode="auto">
          <a:xfrm>
            <a:off x="3786188" y="6286500"/>
            <a:ext cx="2133600" cy="3651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fld id="{3B3FCB3D-3926-4EA7-A6A7-56008E88B1C6}" type="slidenum">
              <a:rPr lang="es-CO" sz="800">
                <a:solidFill>
                  <a:prstClr val="white"/>
                </a:solidFill>
                <a:latin typeface="Futura Std Medium" pitchFamily="34" charset="0"/>
              </a:rPr>
              <a:pPr algn="r">
                <a:defRPr/>
              </a:pPr>
              <a:t>30</a:t>
            </a:fld>
            <a:endParaRPr lang="es-CO" sz="800" dirty="0">
              <a:solidFill>
                <a:prstClr val="white"/>
              </a:solidFill>
              <a:latin typeface="Futura Std Medium" pitchFamily="34" charset="0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683568" y="2420888"/>
            <a:ext cx="7772400" cy="964074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s-ES" sz="6000" b="1" dirty="0">
                <a:solidFill>
                  <a:srgbClr val="1C1F53"/>
                </a:solidFill>
                <a:latin typeface="Myriad Pro"/>
                <a:cs typeface="Myriad Pro"/>
              </a:rPr>
              <a:t> </a:t>
            </a:r>
            <a:r>
              <a:rPr lang="es-ES" sz="6000" b="1" dirty="0">
                <a:solidFill>
                  <a:srgbClr val="002B82"/>
                </a:solidFill>
                <a:latin typeface="Myriad Pro"/>
                <a:ea typeface="+mn-ea"/>
                <a:cs typeface="Myriad Pro"/>
              </a:rPr>
              <a:t>Gracias</a:t>
            </a:r>
            <a:endParaRPr lang="es-CO" sz="6000" b="1" dirty="0">
              <a:solidFill>
                <a:srgbClr val="002B82"/>
              </a:solidFill>
              <a:latin typeface="Myriad Pro"/>
              <a:ea typeface="+mn-ea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3724427324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_SI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LANTILLA_SI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D6784F53FCA748BD3B49947F110551" ma:contentTypeVersion="5" ma:contentTypeDescription="Crear nuevo documento." ma:contentTypeScope="" ma:versionID="b055b3692774ddca245a64026980605a">
  <xsd:schema xmlns:xsd="http://www.w3.org/2001/XMLSchema" xmlns:xs="http://www.w3.org/2001/XMLSchema" xmlns:p="http://schemas.microsoft.com/office/2006/metadata/properties" xmlns:ns2="3e925a2b-cddb-47aa-a507-7ad45d74ed6f" targetNamespace="http://schemas.microsoft.com/office/2006/metadata/properties" ma:root="true" ma:fieldsID="f672a41995e5c31a0923c0eaa93d976a" ns2:_="">
    <xsd:import namespace="3e925a2b-cddb-47aa-a507-7ad45d74ed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25a2b-cddb-47aa-a507-7ad45d74e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96045C-64B4-4935-B19C-63089C6DEB6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955A1BD-F578-40D7-B2F6-8EE45E639C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522998-8C84-44DA-AC0D-14BD97B4CC32}"/>
</file>

<file path=docProps/app.xml><?xml version="1.0" encoding="utf-8"?>
<Properties xmlns="http://schemas.openxmlformats.org/officeDocument/2006/extended-properties" xmlns:vt="http://schemas.openxmlformats.org/officeDocument/2006/docPropsVTypes">
  <Template>PLANTILLA_SIC</Template>
  <TotalTime>15907</TotalTime>
  <Words>1146</Words>
  <Application>Microsoft Office PowerPoint</Application>
  <PresentationFormat>Presentación en pantalla (4:3)</PresentationFormat>
  <Paragraphs>180</Paragraphs>
  <Slides>30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30</vt:i4>
      </vt:variant>
    </vt:vector>
  </HeadingPairs>
  <TitlesOfParts>
    <vt:vector size="32" baseType="lpstr">
      <vt:lpstr>PLANTILLA_SIC</vt:lpstr>
      <vt:lpstr>1_PLANTILLA_SIC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SUPERINTENDENCIA DE INDUSTRIA Y COMERCIO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Claudia Caviedes Mejia</dc:creator>
  <cp:lastModifiedBy>Carlos Enrique Salazar Muñoz</cp:lastModifiedBy>
  <cp:revision>351</cp:revision>
  <dcterms:created xsi:type="dcterms:W3CDTF">2012-11-14T15:37:39Z</dcterms:created>
  <dcterms:modified xsi:type="dcterms:W3CDTF">2022-12-07T13:25:45Z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0x01010024D6784F53FCA748BD3B49947F110551</vt:lpwstr>
  </property>
  <property fmtid="{D5CDD505-2E9C-101B-9397-08002B2CF9AE}" pid="3" name="MSIP_Label_1299739c-ad3d-4908-806e-4d91151a6e13_Enabled">
    <vt:lpwstr>true</vt:lpwstr>
  </property>
  <property fmtid="{D5CDD505-2E9C-101B-9397-08002B2CF9AE}" pid="4" name="MSIP_Label_1299739c-ad3d-4908-806e-4d91151a6e13_SetDate">
    <vt:lpwstr>2022-12-07T13:25:45Z</vt:lpwstr>
  </property>
  <property fmtid="{D5CDD505-2E9C-101B-9397-08002B2CF9AE}" pid="5" name="MSIP_Label_1299739c-ad3d-4908-806e-4d91151a6e13_Method">
    <vt:lpwstr>Standard</vt:lpwstr>
  </property>
  <property fmtid="{D5CDD505-2E9C-101B-9397-08002B2CF9AE}" pid="6" name="MSIP_Label_1299739c-ad3d-4908-806e-4d91151a6e13_Name">
    <vt:lpwstr>All Employees (Unrestricted)</vt:lpwstr>
  </property>
  <property fmtid="{D5CDD505-2E9C-101B-9397-08002B2CF9AE}" pid="7" name="MSIP_Label_1299739c-ad3d-4908-806e-4d91151a6e13_SiteId">
    <vt:lpwstr>cbc2c381-2f2e-4d93-91d1-506c9316ace7</vt:lpwstr>
  </property>
  <property fmtid="{D5CDD505-2E9C-101B-9397-08002B2CF9AE}" pid="8" name="MSIP_Label_1299739c-ad3d-4908-806e-4d91151a6e13_ActionId">
    <vt:lpwstr>2fd08cf4-2be2-4e11-9609-5650eb9939cb</vt:lpwstr>
  </property>
  <property fmtid="{D5CDD505-2E9C-101B-9397-08002B2CF9AE}" pid="9" name="MSIP_Label_1299739c-ad3d-4908-806e-4d91151a6e13_ContentBits">
    <vt:lpwstr>0</vt:lpwstr>
  </property>
</Properties>
</file>